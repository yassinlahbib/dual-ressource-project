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</p:sldIdLst>
  <p:sldSz cx="30276800" cy="42799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575865" rtl="0" fontAlgn="auto" latinLnBrk="0" hangingPunct="0">
      <a:lnSpc>
        <a:spcPct val="100000"/>
      </a:lnSpc>
      <a:spcBef>
        <a:spcPts val="18400"/>
      </a:spcBef>
      <a:spcAft>
        <a:spcPts val="0"/>
      </a:spcAft>
      <a:buClrTx/>
      <a:buSzTx/>
      <a:buFontTx/>
      <a:buNone/>
      <a:tabLst/>
      <a:defRPr b="0" baseline="0" cap="none" i="0" spc="0" strike="noStrike" sz="1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457200" algn="l" defTabSz="2575865" rtl="0" fontAlgn="auto" latinLnBrk="0" hangingPunct="0">
      <a:lnSpc>
        <a:spcPct val="100000"/>
      </a:lnSpc>
      <a:spcBef>
        <a:spcPts val="18400"/>
      </a:spcBef>
      <a:spcAft>
        <a:spcPts val="0"/>
      </a:spcAft>
      <a:buClrTx/>
      <a:buSzTx/>
      <a:buFontTx/>
      <a:buNone/>
      <a:tabLst/>
      <a:defRPr b="0" baseline="0" cap="none" i="0" spc="0" strike="noStrike" sz="1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914400" algn="l" defTabSz="2575865" rtl="0" fontAlgn="auto" latinLnBrk="0" hangingPunct="0">
      <a:lnSpc>
        <a:spcPct val="100000"/>
      </a:lnSpc>
      <a:spcBef>
        <a:spcPts val="18400"/>
      </a:spcBef>
      <a:spcAft>
        <a:spcPts val="0"/>
      </a:spcAft>
      <a:buClrTx/>
      <a:buSzTx/>
      <a:buFontTx/>
      <a:buNone/>
      <a:tabLst/>
      <a:defRPr b="0" baseline="0" cap="none" i="0" spc="0" strike="noStrike" sz="1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1371600" algn="l" defTabSz="2575865" rtl="0" fontAlgn="auto" latinLnBrk="0" hangingPunct="0">
      <a:lnSpc>
        <a:spcPct val="100000"/>
      </a:lnSpc>
      <a:spcBef>
        <a:spcPts val="18400"/>
      </a:spcBef>
      <a:spcAft>
        <a:spcPts val="0"/>
      </a:spcAft>
      <a:buClrTx/>
      <a:buSzTx/>
      <a:buFontTx/>
      <a:buNone/>
      <a:tabLst/>
      <a:defRPr b="0" baseline="0" cap="none" i="0" spc="0" strike="noStrike" sz="1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1828800" algn="l" defTabSz="2575865" rtl="0" fontAlgn="auto" latinLnBrk="0" hangingPunct="0">
      <a:lnSpc>
        <a:spcPct val="100000"/>
      </a:lnSpc>
      <a:spcBef>
        <a:spcPts val="18400"/>
      </a:spcBef>
      <a:spcAft>
        <a:spcPts val="0"/>
      </a:spcAft>
      <a:buClrTx/>
      <a:buSzTx/>
      <a:buFontTx/>
      <a:buNone/>
      <a:tabLst/>
      <a:defRPr b="0" baseline="0" cap="none" i="0" spc="0" strike="noStrike" sz="1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2286000" algn="l" defTabSz="2575865" rtl="0" fontAlgn="auto" latinLnBrk="0" hangingPunct="0">
      <a:lnSpc>
        <a:spcPct val="100000"/>
      </a:lnSpc>
      <a:spcBef>
        <a:spcPts val="18400"/>
      </a:spcBef>
      <a:spcAft>
        <a:spcPts val="0"/>
      </a:spcAft>
      <a:buClrTx/>
      <a:buSzTx/>
      <a:buFontTx/>
      <a:buNone/>
      <a:tabLst/>
      <a:defRPr b="0" baseline="0" cap="none" i="0" spc="0" strike="noStrike" sz="1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2743200" algn="l" defTabSz="2575865" rtl="0" fontAlgn="auto" latinLnBrk="0" hangingPunct="0">
      <a:lnSpc>
        <a:spcPct val="100000"/>
      </a:lnSpc>
      <a:spcBef>
        <a:spcPts val="18400"/>
      </a:spcBef>
      <a:spcAft>
        <a:spcPts val="0"/>
      </a:spcAft>
      <a:buClrTx/>
      <a:buSzTx/>
      <a:buFontTx/>
      <a:buNone/>
      <a:tabLst/>
      <a:defRPr b="0" baseline="0" cap="none" i="0" spc="0" strike="noStrike" sz="1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3200400" algn="l" defTabSz="2575865" rtl="0" fontAlgn="auto" latinLnBrk="0" hangingPunct="0">
      <a:lnSpc>
        <a:spcPct val="100000"/>
      </a:lnSpc>
      <a:spcBef>
        <a:spcPts val="18400"/>
      </a:spcBef>
      <a:spcAft>
        <a:spcPts val="0"/>
      </a:spcAft>
      <a:buClrTx/>
      <a:buSzTx/>
      <a:buFontTx/>
      <a:buNone/>
      <a:tabLst/>
      <a:defRPr b="0" baseline="0" cap="none" i="0" spc="0" strike="noStrike" sz="1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3657600" algn="l" defTabSz="2575865" rtl="0" fontAlgn="auto" latinLnBrk="0" hangingPunct="0">
      <a:lnSpc>
        <a:spcPct val="100000"/>
      </a:lnSpc>
      <a:spcBef>
        <a:spcPts val="18400"/>
      </a:spcBef>
      <a:spcAft>
        <a:spcPts val="0"/>
      </a:spcAft>
      <a:buClrTx/>
      <a:buSzTx/>
      <a:buFontTx/>
      <a:buNone/>
      <a:tabLst/>
      <a:defRPr b="0" baseline="0" cap="none" i="0" spc="0" strike="noStrike" sz="1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 b="def" i="def"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5" name="Shape 13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e du tit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Texte du titre</a:t>
            </a:r>
          </a:p>
        </p:txBody>
      </p:sp>
      <p:sp>
        <p:nvSpPr>
          <p:cNvPr id="12" name="Texte niveau 1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3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Horizont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ue d’une plage et de la mer depuis une dune de sable avec de l’herbe"/>
          <p:cNvSpPr/>
          <p:nvPr>
            <p:ph type="pic" sz="half" idx="21"/>
          </p:nvPr>
        </p:nvSpPr>
        <p:spPr>
          <a:xfrm>
            <a:off x="3881411" y="12395305"/>
            <a:ext cx="22518371" cy="1501224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1" name="Texte du titre"/>
          <p:cNvSpPr txBox="1"/>
          <p:nvPr>
            <p:ph type="title"/>
          </p:nvPr>
        </p:nvSpPr>
        <p:spPr>
          <a:xfrm>
            <a:off x="788458" y="24695255"/>
            <a:ext cx="28699884" cy="2491530"/>
          </a:xfrm>
          <a:prstGeom prst="rect">
            <a:avLst/>
          </a:prstGeom>
        </p:spPr>
        <p:txBody>
          <a:bodyPr/>
          <a:lstStyle/>
          <a:p>
            <a:pPr/>
            <a:r>
              <a:t>Texte du titre</a:t>
            </a:r>
          </a:p>
        </p:txBody>
      </p:sp>
      <p:sp>
        <p:nvSpPr>
          <p:cNvPr id="22" name="Texte niveau 1…"/>
          <p:cNvSpPr txBox="1"/>
          <p:nvPr>
            <p:ph type="body" sz="quarter" idx="1"/>
          </p:nvPr>
        </p:nvSpPr>
        <p:spPr>
          <a:xfrm>
            <a:off x="788458" y="27092169"/>
            <a:ext cx="28699884" cy="1971147"/>
          </a:xfrm>
          <a:prstGeom prst="rect">
            <a:avLst/>
          </a:prstGeom>
        </p:spPr>
        <p:txBody>
          <a:bodyPr/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23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 - Centr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e du titre"/>
          <p:cNvSpPr txBox="1"/>
          <p:nvPr>
            <p:ph type="title"/>
          </p:nvPr>
        </p:nvSpPr>
        <p:spPr>
          <a:xfrm>
            <a:off x="2207683" y="18513742"/>
            <a:ext cx="25861434" cy="5771516"/>
          </a:xfrm>
          <a:prstGeom prst="rect">
            <a:avLst/>
          </a:prstGeom>
        </p:spPr>
        <p:txBody>
          <a:bodyPr anchor="ctr"/>
          <a:lstStyle/>
          <a:p>
            <a:pPr/>
            <a:r>
              <a:t>Texte du titre</a:t>
            </a:r>
          </a:p>
        </p:txBody>
      </p:sp>
      <p:sp>
        <p:nvSpPr>
          <p:cNvPr id="31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Héron volant bas au-dessus d’une plage avec une petite clôture au premier plan"/>
          <p:cNvSpPr/>
          <p:nvPr>
            <p:ph type="pic" sz="quarter" idx="21"/>
          </p:nvPr>
        </p:nvSpPr>
        <p:spPr>
          <a:xfrm>
            <a:off x="15926858" y="14066837"/>
            <a:ext cx="14239558" cy="1423955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9" name="Texte du titre"/>
          <p:cNvSpPr txBox="1"/>
          <p:nvPr>
            <p:ph type="title"/>
          </p:nvPr>
        </p:nvSpPr>
        <p:spPr>
          <a:xfrm>
            <a:off x="2049991" y="14066837"/>
            <a:ext cx="12694180" cy="6891127"/>
          </a:xfrm>
          <a:prstGeom prst="rect">
            <a:avLst/>
          </a:prstGeom>
        </p:spPr>
        <p:txBody>
          <a:bodyPr/>
          <a:lstStyle>
            <a:lvl1pPr>
              <a:defRPr sz="26200"/>
            </a:lvl1pPr>
          </a:lstStyle>
          <a:p>
            <a:pPr/>
            <a:r>
              <a:t>Texte du titre</a:t>
            </a:r>
          </a:p>
        </p:txBody>
      </p:sp>
      <p:sp>
        <p:nvSpPr>
          <p:cNvPr id="40" name="Texte niveau 1…"/>
          <p:cNvSpPr txBox="1"/>
          <p:nvPr>
            <p:ph type="body" sz="quarter" idx="1"/>
          </p:nvPr>
        </p:nvSpPr>
        <p:spPr>
          <a:xfrm>
            <a:off x="2049991" y="20989501"/>
            <a:ext cx="12694180" cy="7111895"/>
          </a:xfrm>
          <a:prstGeom prst="rect">
            <a:avLst/>
          </a:prstGeom>
        </p:spPr>
        <p:txBody>
          <a:bodyPr/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41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 - Ha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e du titre"/>
          <p:cNvSpPr txBox="1"/>
          <p:nvPr>
            <p:ph type="title"/>
          </p:nvPr>
        </p:nvSpPr>
        <p:spPr>
          <a:xfrm>
            <a:off x="2097299" y="13325686"/>
            <a:ext cx="26082202" cy="2838451"/>
          </a:xfrm>
          <a:prstGeom prst="rect">
            <a:avLst/>
          </a:prstGeom>
        </p:spPr>
        <p:txBody>
          <a:bodyPr anchor="ctr"/>
          <a:lstStyle/>
          <a:p>
            <a:pPr/>
            <a:r>
              <a:t>Texte du titre</a:t>
            </a:r>
          </a:p>
        </p:txBody>
      </p:sp>
      <p:sp>
        <p:nvSpPr>
          <p:cNvPr id="49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 et pu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e du titre"/>
          <p:cNvSpPr txBox="1"/>
          <p:nvPr>
            <p:ph type="title"/>
          </p:nvPr>
        </p:nvSpPr>
        <p:spPr>
          <a:xfrm>
            <a:off x="2097299" y="13325686"/>
            <a:ext cx="26082202" cy="2838451"/>
          </a:xfrm>
          <a:prstGeom prst="rect">
            <a:avLst/>
          </a:prstGeom>
        </p:spPr>
        <p:txBody>
          <a:bodyPr anchor="ctr"/>
          <a:lstStyle/>
          <a:p>
            <a:pPr/>
            <a:r>
              <a:t>Texte du titre</a:t>
            </a:r>
          </a:p>
        </p:txBody>
      </p:sp>
      <p:sp>
        <p:nvSpPr>
          <p:cNvPr id="57" name="Texte niveau 1…"/>
          <p:cNvSpPr txBox="1"/>
          <p:nvPr>
            <p:ph type="body" sz="half" idx="1"/>
          </p:nvPr>
        </p:nvSpPr>
        <p:spPr>
          <a:xfrm>
            <a:off x="2097299" y="16794903"/>
            <a:ext cx="26082202" cy="11543031"/>
          </a:xfrm>
          <a:prstGeom prst="rect">
            <a:avLst/>
          </a:prstGeom>
        </p:spPr>
        <p:txBody>
          <a:bodyPr anchor="ctr"/>
          <a:lstStyle>
            <a:lvl1pPr marL="1957916" indent="-1957916" algn="l">
              <a:spcBef>
                <a:spcPts val="18400"/>
              </a:spcBef>
              <a:buSzPct val="125000"/>
              <a:buChar char="•"/>
              <a:defRPr sz="14800"/>
            </a:lvl1pPr>
            <a:lvl2pPr marL="2592916" indent="-1957916" algn="l">
              <a:spcBef>
                <a:spcPts val="18400"/>
              </a:spcBef>
              <a:buSzPct val="125000"/>
              <a:buChar char="•"/>
              <a:defRPr sz="14800"/>
            </a:lvl2pPr>
            <a:lvl3pPr marL="3227916" indent="-1957916" algn="l">
              <a:spcBef>
                <a:spcPts val="18400"/>
              </a:spcBef>
              <a:buSzPct val="125000"/>
              <a:buChar char="•"/>
              <a:defRPr sz="14800"/>
            </a:lvl3pPr>
            <a:lvl4pPr marL="3862916" indent="-1957916" algn="l">
              <a:spcBef>
                <a:spcPts val="18400"/>
              </a:spcBef>
              <a:buSzPct val="125000"/>
              <a:buChar char="•"/>
              <a:defRPr sz="14800"/>
            </a:lvl4pPr>
            <a:lvl5pPr marL="4497916" indent="-1957916" algn="l">
              <a:spcBef>
                <a:spcPts val="18400"/>
              </a:spcBef>
              <a:buSzPct val="125000"/>
              <a:buChar char="•"/>
              <a:defRPr sz="14800"/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58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, puces et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Chemin sableux entre deux collines menant à l’océan"/>
          <p:cNvSpPr/>
          <p:nvPr>
            <p:ph type="pic" sz="quarter" idx="21"/>
          </p:nvPr>
        </p:nvSpPr>
        <p:spPr>
          <a:xfrm>
            <a:off x="13608790" y="16794903"/>
            <a:ext cx="17314546" cy="1154303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6" name="Texte du titre"/>
          <p:cNvSpPr txBox="1"/>
          <p:nvPr>
            <p:ph type="title"/>
          </p:nvPr>
        </p:nvSpPr>
        <p:spPr>
          <a:xfrm>
            <a:off x="2097299" y="13325686"/>
            <a:ext cx="26082202" cy="2838451"/>
          </a:xfrm>
          <a:prstGeom prst="rect">
            <a:avLst/>
          </a:prstGeom>
        </p:spPr>
        <p:txBody>
          <a:bodyPr anchor="ctr"/>
          <a:lstStyle/>
          <a:p>
            <a:pPr/>
            <a:r>
              <a:t>Texte du titre</a:t>
            </a:r>
          </a:p>
        </p:txBody>
      </p:sp>
      <p:sp>
        <p:nvSpPr>
          <p:cNvPr id="67" name="Texte niveau 1…"/>
          <p:cNvSpPr txBox="1"/>
          <p:nvPr>
            <p:ph type="body" sz="quarter" idx="1"/>
          </p:nvPr>
        </p:nvSpPr>
        <p:spPr>
          <a:xfrm>
            <a:off x="2097299" y="16794903"/>
            <a:ext cx="12694180" cy="11543031"/>
          </a:xfrm>
          <a:prstGeom prst="rect">
            <a:avLst/>
          </a:prstGeom>
        </p:spPr>
        <p:txBody>
          <a:bodyPr anchor="ctr"/>
          <a:lstStyle>
            <a:lvl1pPr marL="1735221" indent="-1735221" algn="l">
              <a:spcBef>
                <a:spcPts val="14000"/>
              </a:spcBef>
              <a:buSzPct val="125000"/>
              <a:buChar char="•"/>
              <a:defRPr sz="11800"/>
            </a:lvl1pPr>
            <a:lvl2pPr marL="2294021" indent="-1735221" algn="l">
              <a:spcBef>
                <a:spcPts val="14000"/>
              </a:spcBef>
              <a:buSzPct val="125000"/>
              <a:buChar char="•"/>
              <a:defRPr sz="11800"/>
            </a:lvl2pPr>
            <a:lvl3pPr marL="2852821" indent="-1735221" algn="l">
              <a:spcBef>
                <a:spcPts val="14000"/>
              </a:spcBef>
              <a:buSzPct val="125000"/>
              <a:buChar char="•"/>
              <a:defRPr sz="11800"/>
            </a:lvl3pPr>
            <a:lvl4pPr marL="3411621" indent="-1735221" algn="l">
              <a:spcBef>
                <a:spcPts val="14000"/>
              </a:spcBef>
              <a:buSzPct val="125000"/>
              <a:buChar char="•"/>
              <a:defRPr sz="11800"/>
            </a:lvl4pPr>
            <a:lvl5pPr marL="3970421" indent="-1735221" algn="l">
              <a:spcBef>
                <a:spcPts val="14000"/>
              </a:spcBef>
              <a:buSzPct val="125000"/>
              <a:buChar char="•"/>
              <a:defRPr sz="11800"/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68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, puces, vidéo direct, pet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e du titre"/>
          <p:cNvSpPr txBox="1"/>
          <p:nvPr>
            <p:ph type="title"/>
          </p:nvPr>
        </p:nvSpPr>
        <p:spPr>
          <a:xfrm>
            <a:off x="2097299" y="13325686"/>
            <a:ext cx="26082202" cy="2838451"/>
          </a:xfrm>
          <a:prstGeom prst="rect">
            <a:avLst/>
          </a:prstGeom>
        </p:spPr>
        <p:txBody>
          <a:bodyPr anchor="ctr"/>
          <a:lstStyle/>
          <a:p>
            <a:pPr/>
            <a:r>
              <a:t>Texte du titre</a:t>
            </a:r>
          </a:p>
        </p:txBody>
      </p:sp>
      <p:sp>
        <p:nvSpPr>
          <p:cNvPr id="76" name="Texte niveau 1…"/>
          <p:cNvSpPr txBox="1"/>
          <p:nvPr>
            <p:ph type="body" sz="quarter" idx="1"/>
          </p:nvPr>
        </p:nvSpPr>
        <p:spPr>
          <a:xfrm>
            <a:off x="2097299" y="16794903"/>
            <a:ext cx="12694180" cy="11543031"/>
          </a:xfrm>
          <a:prstGeom prst="rect">
            <a:avLst/>
          </a:prstGeom>
        </p:spPr>
        <p:txBody>
          <a:bodyPr anchor="ctr"/>
          <a:lstStyle>
            <a:lvl1pPr marL="1735221" indent="-1735221" algn="l">
              <a:spcBef>
                <a:spcPts val="14000"/>
              </a:spcBef>
              <a:buSzPct val="125000"/>
              <a:buChar char="•"/>
              <a:defRPr sz="11800"/>
            </a:lvl1pPr>
            <a:lvl2pPr marL="2294021" indent="-1735221" algn="l">
              <a:spcBef>
                <a:spcPts val="14000"/>
              </a:spcBef>
              <a:buSzPct val="125000"/>
              <a:buChar char="•"/>
              <a:defRPr sz="11800"/>
            </a:lvl2pPr>
            <a:lvl3pPr marL="2852821" indent="-1735221" algn="l">
              <a:spcBef>
                <a:spcPts val="14000"/>
              </a:spcBef>
              <a:buSzPct val="125000"/>
              <a:buChar char="•"/>
              <a:defRPr sz="11800"/>
            </a:lvl3pPr>
            <a:lvl4pPr marL="3411621" indent="-1735221" algn="l">
              <a:spcBef>
                <a:spcPts val="14000"/>
              </a:spcBef>
              <a:buSzPct val="125000"/>
              <a:buChar char="•"/>
              <a:defRPr sz="11800"/>
            </a:lvl4pPr>
            <a:lvl5pPr marL="3970421" indent="-1735221" algn="l">
              <a:spcBef>
                <a:spcPts val="14000"/>
              </a:spcBef>
              <a:buSzPct val="125000"/>
              <a:buChar char="•"/>
              <a:defRPr sz="11800"/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77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, puces, vidéo direct, gr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e du titre"/>
          <p:cNvSpPr txBox="1"/>
          <p:nvPr>
            <p:ph type="title"/>
          </p:nvPr>
        </p:nvSpPr>
        <p:spPr>
          <a:xfrm>
            <a:off x="2097299" y="13325686"/>
            <a:ext cx="26082202" cy="2838451"/>
          </a:xfrm>
          <a:prstGeom prst="rect">
            <a:avLst/>
          </a:prstGeom>
        </p:spPr>
        <p:txBody>
          <a:bodyPr anchor="ctr"/>
          <a:lstStyle/>
          <a:p>
            <a:pPr/>
            <a:r>
              <a:t>Texte du titre</a:t>
            </a:r>
          </a:p>
        </p:txBody>
      </p:sp>
      <p:sp>
        <p:nvSpPr>
          <p:cNvPr id="85" name="Texte niveau 1…"/>
          <p:cNvSpPr txBox="1"/>
          <p:nvPr>
            <p:ph type="body" sz="quarter" idx="1"/>
          </p:nvPr>
        </p:nvSpPr>
        <p:spPr>
          <a:xfrm>
            <a:off x="2097299" y="16794903"/>
            <a:ext cx="12694180" cy="11543031"/>
          </a:xfrm>
          <a:prstGeom prst="rect">
            <a:avLst/>
          </a:prstGeom>
        </p:spPr>
        <p:txBody>
          <a:bodyPr anchor="ctr"/>
          <a:lstStyle>
            <a:lvl1pPr marL="1735221" indent="-1735221" algn="l">
              <a:spcBef>
                <a:spcPts val="14000"/>
              </a:spcBef>
              <a:buSzPct val="125000"/>
              <a:buChar char="•"/>
              <a:defRPr sz="11800"/>
            </a:lvl1pPr>
            <a:lvl2pPr marL="2294021" indent="-1735221" algn="l">
              <a:spcBef>
                <a:spcPts val="14000"/>
              </a:spcBef>
              <a:buSzPct val="125000"/>
              <a:buChar char="•"/>
              <a:defRPr sz="11800"/>
            </a:lvl2pPr>
            <a:lvl3pPr marL="2852821" indent="-1735221" algn="l">
              <a:spcBef>
                <a:spcPts val="14000"/>
              </a:spcBef>
              <a:buSzPct val="125000"/>
              <a:buChar char="•"/>
              <a:defRPr sz="11800"/>
            </a:lvl3pPr>
            <a:lvl4pPr marL="3411621" indent="-1735221" algn="l">
              <a:spcBef>
                <a:spcPts val="14000"/>
              </a:spcBef>
              <a:buSzPct val="125000"/>
              <a:buChar char="•"/>
              <a:defRPr sz="11800"/>
            </a:lvl4pPr>
            <a:lvl5pPr marL="3970421" indent="-1735221" algn="l">
              <a:spcBef>
                <a:spcPts val="14000"/>
              </a:spcBef>
              <a:buSzPct val="125000"/>
              <a:buChar char="•"/>
              <a:defRPr sz="11800"/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86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u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e niveau 1…"/>
          <p:cNvSpPr txBox="1"/>
          <p:nvPr>
            <p:ph type="body" sz="half" idx="1"/>
          </p:nvPr>
        </p:nvSpPr>
        <p:spPr>
          <a:xfrm>
            <a:off x="2097299" y="15091833"/>
            <a:ext cx="26082202" cy="12615334"/>
          </a:xfrm>
          <a:prstGeom prst="rect">
            <a:avLst/>
          </a:prstGeom>
        </p:spPr>
        <p:txBody>
          <a:bodyPr anchor="ctr"/>
          <a:lstStyle>
            <a:lvl1pPr marL="1957916" indent="-1957916" algn="l">
              <a:spcBef>
                <a:spcPts val="18400"/>
              </a:spcBef>
              <a:buSzPct val="125000"/>
              <a:buChar char="•"/>
              <a:defRPr sz="14800"/>
            </a:lvl1pPr>
            <a:lvl2pPr marL="2592916" indent="-1957916" algn="l">
              <a:spcBef>
                <a:spcPts val="18400"/>
              </a:spcBef>
              <a:buSzPct val="125000"/>
              <a:buChar char="•"/>
              <a:defRPr sz="14800"/>
            </a:lvl2pPr>
            <a:lvl3pPr marL="3227916" indent="-1957916" algn="l">
              <a:spcBef>
                <a:spcPts val="18400"/>
              </a:spcBef>
              <a:buSzPct val="125000"/>
              <a:buChar char="•"/>
              <a:defRPr sz="14800"/>
            </a:lvl3pPr>
            <a:lvl4pPr marL="3862916" indent="-1957916" algn="l">
              <a:spcBef>
                <a:spcPts val="18400"/>
              </a:spcBef>
              <a:buSzPct val="125000"/>
              <a:buChar char="•"/>
              <a:defRPr sz="14800"/>
            </a:lvl4pPr>
            <a:lvl5pPr marL="4497916" indent="-1957916" algn="l">
              <a:spcBef>
                <a:spcPts val="18400"/>
              </a:spcBef>
              <a:buSzPct val="125000"/>
              <a:buChar char="•"/>
              <a:defRPr sz="14800"/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94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3 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hemin sableux entre deux collines menant à l’océan"/>
          <p:cNvSpPr/>
          <p:nvPr>
            <p:ph type="pic" sz="quarter" idx="21"/>
          </p:nvPr>
        </p:nvSpPr>
        <p:spPr>
          <a:xfrm>
            <a:off x="18997903" y="21636037"/>
            <a:ext cx="10336690" cy="689112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02" name="Héron volant bas au-dessus d’une plage avec une petite clôture au premier plan"/>
          <p:cNvSpPr/>
          <p:nvPr>
            <p:ph type="pic" sz="quarter" idx="22"/>
          </p:nvPr>
        </p:nvSpPr>
        <p:spPr>
          <a:xfrm>
            <a:off x="19569535" y="13956453"/>
            <a:ext cx="9193426" cy="91934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03" name="Vue d’une plage et de la mer depuis une dune de sable avec de l’herbe"/>
          <p:cNvSpPr/>
          <p:nvPr>
            <p:ph type="pic" sz="half" idx="23"/>
          </p:nvPr>
        </p:nvSpPr>
        <p:spPr>
          <a:xfrm>
            <a:off x="-1229996" y="14287605"/>
            <a:ext cx="21359338" cy="1423955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04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-Gilles Allain"/>
          <p:cNvSpPr txBox="1"/>
          <p:nvPr>
            <p:ph type="body" sz="quarter" idx="21"/>
          </p:nvPr>
        </p:nvSpPr>
        <p:spPr>
          <a:xfrm>
            <a:off x="2964603" y="24001412"/>
            <a:ext cx="24363363" cy="158990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i="1" sz="9800"/>
            </a:lvl1pPr>
          </a:lstStyle>
          <a:p>
            <a:pPr/>
            <a:r>
              <a:t>-Gilles Allain</a:t>
            </a:r>
          </a:p>
        </p:txBody>
      </p:sp>
      <p:sp>
        <p:nvSpPr>
          <p:cNvPr id="112" name="« Saisissez une citation ici. »"/>
          <p:cNvSpPr txBox="1"/>
          <p:nvPr>
            <p:ph type="body" sz="quarter" idx="22"/>
          </p:nvPr>
        </p:nvSpPr>
        <p:spPr>
          <a:xfrm>
            <a:off x="2964603" y="18620378"/>
            <a:ext cx="24363363" cy="4643633"/>
          </a:xfrm>
          <a:prstGeom prst="rect">
            <a:avLst/>
          </a:prstGeom>
        </p:spPr>
        <p:txBody>
          <a:bodyPr anchor="ctr">
            <a:spAutoFit/>
          </a:bodyPr>
          <a:lstStyle>
            <a:lvl1pPr>
              <a:defRPr sz="148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« Saisissez une citation ici. » </a:t>
            </a:r>
          </a:p>
        </p:txBody>
      </p:sp>
      <p:sp>
        <p:nvSpPr>
          <p:cNvPr id="113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Vue d’une plage et de la mer depuis une dune de sable avec de l’herbe"/>
          <p:cNvSpPr/>
          <p:nvPr>
            <p:ph type="pic" idx="21"/>
          </p:nvPr>
        </p:nvSpPr>
        <p:spPr>
          <a:xfrm>
            <a:off x="-63077" y="11307233"/>
            <a:ext cx="30402954" cy="2026863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1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ie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e du titre"/>
          <p:cNvSpPr txBox="1"/>
          <p:nvPr>
            <p:ph type="title"/>
          </p:nvPr>
        </p:nvSpPr>
        <p:spPr>
          <a:xfrm>
            <a:off x="2207683" y="15738369"/>
            <a:ext cx="25861434" cy="57715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076" tIns="63076" rIns="63076" bIns="63076" anchor="b">
            <a:normAutofit fontScale="100000" lnSpcReduction="0"/>
          </a:bodyPr>
          <a:lstStyle/>
          <a:p>
            <a:pPr/>
            <a:r>
              <a:t>Texte du titre</a:t>
            </a:r>
          </a:p>
        </p:txBody>
      </p:sp>
      <p:sp>
        <p:nvSpPr>
          <p:cNvPr id="3" name="Texte niveau 1…"/>
          <p:cNvSpPr txBox="1"/>
          <p:nvPr>
            <p:ph type="body" idx="1"/>
          </p:nvPr>
        </p:nvSpPr>
        <p:spPr>
          <a:xfrm>
            <a:off x="2207683" y="21667575"/>
            <a:ext cx="25861434" cy="19711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076" tIns="63076" rIns="63076" bIns="63076">
            <a:normAutofit fontScale="100000" lnSpcReduction="0"/>
          </a:bodyPr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4" name="Numéro de diapositive"/>
          <p:cNvSpPr txBox="1"/>
          <p:nvPr>
            <p:ph type="sldNum" sz="quarter" idx="2"/>
          </p:nvPr>
        </p:nvSpPr>
        <p:spPr>
          <a:xfrm>
            <a:off x="14538559" y="29126391"/>
            <a:ext cx="1183912" cy="1241894"/>
          </a:xfrm>
          <a:prstGeom prst="rect">
            <a:avLst/>
          </a:prstGeom>
          <a:ln w="12700">
            <a:miter lim="400000"/>
          </a:ln>
        </p:spPr>
        <p:txBody>
          <a:bodyPr wrap="none" lIns="63076" tIns="63076" rIns="63076" bIns="63076">
            <a:spAutoFit/>
          </a:bodyPr>
          <a:lstStyle>
            <a:lvl1pPr algn="ctr">
              <a:spcBef>
                <a:spcPts val="0"/>
              </a:spcBef>
              <a:defRPr sz="7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transition xmlns:p14="http://schemas.microsoft.com/office/powerpoint/2010/main" spd="med" advClick="1"/>
  <p:txStyles>
    <p:titleStyle>
      <a:lvl1pPr marL="0" marR="0" indent="0" algn="ctr" defTabSz="25758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48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457200" algn="ctr" defTabSz="25758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48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914400" algn="ctr" defTabSz="25758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48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1371600" algn="ctr" defTabSz="25758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48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1828800" algn="ctr" defTabSz="25758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48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2286000" algn="ctr" defTabSz="25758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48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2743200" algn="ctr" defTabSz="25758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48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3200400" algn="ctr" defTabSz="25758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48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3657600" algn="ctr" defTabSz="25758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48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0" marR="0" indent="0" algn="ctr" defTabSz="25758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8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0" marR="0" indent="0" algn="ctr" defTabSz="25758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8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0" marR="0" indent="0" algn="ctr" defTabSz="25758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8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0" marR="0" indent="0" algn="ctr" defTabSz="25758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8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0" marR="0" indent="0" algn="ctr" defTabSz="25758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8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0" marR="0" indent="355600" algn="ctr" defTabSz="25758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8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0" marR="0" indent="711200" algn="ctr" defTabSz="25758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8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0" marR="0" indent="1066800" algn="ctr" defTabSz="25758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8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0" marR="0" indent="1422400" algn="ctr" defTabSz="25758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8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25758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457200" algn="ctr" defTabSz="25758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914400" algn="ctr" defTabSz="25758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1371600" algn="ctr" defTabSz="25758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1828800" algn="ctr" defTabSz="25758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2286000" algn="ctr" defTabSz="25758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2743200" algn="ctr" defTabSz="25758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3200400" algn="ctr" defTabSz="25758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3657600" algn="ctr" defTabSz="25758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aux angles arrondis"/>
          <p:cNvSpPr/>
          <p:nvPr/>
        </p:nvSpPr>
        <p:spPr>
          <a:xfrm>
            <a:off x="23204120" y="15317551"/>
            <a:ext cx="5041754" cy="5151635"/>
          </a:xfrm>
          <a:prstGeom prst="roundRect">
            <a:avLst>
              <a:gd name="adj" fmla="val 8704"/>
            </a:avLst>
          </a:prstGeom>
          <a:solidFill>
            <a:schemeClr val="accent1">
              <a:alpha val="2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38" name="Rectangle aux angles arrondis"/>
          <p:cNvSpPr/>
          <p:nvPr/>
        </p:nvSpPr>
        <p:spPr>
          <a:xfrm>
            <a:off x="17761449" y="16570411"/>
            <a:ext cx="5041755" cy="2925650"/>
          </a:xfrm>
          <a:prstGeom prst="roundRect">
            <a:avLst>
              <a:gd name="adj" fmla="val 15000"/>
            </a:avLst>
          </a:prstGeom>
          <a:solidFill>
            <a:schemeClr val="accent1">
              <a:alpha val="2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39" name="Rectangle aux angles arrondis"/>
          <p:cNvSpPr/>
          <p:nvPr/>
        </p:nvSpPr>
        <p:spPr>
          <a:xfrm>
            <a:off x="598625" y="15322041"/>
            <a:ext cx="11233279" cy="7111260"/>
          </a:xfrm>
          <a:prstGeom prst="roundRect">
            <a:avLst>
              <a:gd name="adj" fmla="val 4115"/>
            </a:avLst>
          </a:prstGeom>
          <a:solidFill>
            <a:srgbClr val="000000">
              <a:alpha val="20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40" name="Rectangle aux angles arrondis"/>
          <p:cNvSpPr/>
          <p:nvPr/>
        </p:nvSpPr>
        <p:spPr>
          <a:xfrm>
            <a:off x="1025633" y="20184836"/>
            <a:ext cx="10644857" cy="2016607"/>
          </a:xfrm>
          <a:prstGeom prst="roundRect">
            <a:avLst>
              <a:gd name="adj" fmla="val 11260"/>
            </a:avLst>
          </a:prstGeom>
          <a:solidFill>
            <a:srgbClr val="000000">
              <a:alpha val="20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41" name="Rectangle aux angles arrondis"/>
          <p:cNvSpPr/>
          <p:nvPr/>
        </p:nvSpPr>
        <p:spPr>
          <a:xfrm>
            <a:off x="1025633" y="18662191"/>
            <a:ext cx="10644857" cy="1430912"/>
          </a:xfrm>
          <a:prstGeom prst="roundRect">
            <a:avLst>
              <a:gd name="adj" fmla="val 15869"/>
            </a:avLst>
          </a:prstGeom>
          <a:solidFill>
            <a:srgbClr val="000000">
              <a:alpha val="20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42" name="Rectangle aux angles arrondis"/>
          <p:cNvSpPr/>
          <p:nvPr/>
        </p:nvSpPr>
        <p:spPr>
          <a:xfrm>
            <a:off x="1025633" y="16696109"/>
            <a:ext cx="10644857" cy="1892163"/>
          </a:xfrm>
          <a:prstGeom prst="roundRect">
            <a:avLst>
              <a:gd name="adj" fmla="val 12000"/>
            </a:avLst>
          </a:prstGeom>
          <a:solidFill>
            <a:srgbClr val="000000">
              <a:alpha val="20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43" name="Rectangle aux angles arrondis"/>
          <p:cNvSpPr/>
          <p:nvPr/>
        </p:nvSpPr>
        <p:spPr>
          <a:xfrm>
            <a:off x="7461335" y="22879595"/>
            <a:ext cx="6844487" cy="3686096"/>
          </a:xfrm>
          <a:prstGeom prst="roundRect">
            <a:avLst>
              <a:gd name="adj" fmla="val 13385"/>
            </a:avLst>
          </a:prstGeom>
          <a:solidFill>
            <a:schemeClr val="accent1">
              <a:alpha val="30000"/>
            </a:schemeClr>
          </a:solidFill>
          <a:ln w="63500">
            <a:solidFill>
              <a:schemeClr val="accent1">
                <a:hueOff val="114395"/>
                <a:lumOff val="-24975"/>
                <a:alpha val="30000"/>
              </a:schemeClr>
            </a:solidFill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44" name="Rectangle aux angles arrondis"/>
          <p:cNvSpPr/>
          <p:nvPr/>
        </p:nvSpPr>
        <p:spPr>
          <a:xfrm>
            <a:off x="310846" y="27756661"/>
            <a:ext cx="6748255" cy="2940025"/>
          </a:xfrm>
          <a:prstGeom prst="roundRect">
            <a:avLst>
              <a:gd name="adj" fmla="val 16782"/>
            </a:avLst>
          </a:prstGeom>
          <a:solidFill>
            <a:schemeClr val="accent4">
              <a:hueOff val="-461056"/>
              <a:satOff val="4338"/>
              <a:lumOff val="-10225"/>
              <a:alpha val="30000"/>
            </a:schemeClr>
          </a:solidFill>
          <a:ln w="63500">
            <a:solidFill>
              <a:schemeClr val="accent4">
                <a:hueOff val="-1081314"/>
                <a:satOff val="4338"/>
                <a:lumOff val="-8931"/>
                <a:alpha val="30000"/>
              </a:schemeClr>
            </a:solidFill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45" name="Rectangle aux angles arrondis"/>
          <p:cNvSpPr/>
          <p:nvPr/>
        </p:nvSpPr>
        <p:spPr>
          <a:xfrm>
            <a:off x="882358" y="24220543"/>
            <a:ext cx="5688657" cy="2994294"/>
          </a:xfrm>
          <a:prstGeom prst="roundRect">
            <a:avLst>
              <a:gd name="adj" fmla="val 15000"/>
            </a:avLst>
          </a:prstGeom>
          <a:solidFill>
            <a:schemeClr val="accent3">
              <a:alpha val="30000"/>
            </a:schemeClr>
          </a:solidFill>
          <a:ln w="63500">
            <a:solidFill>
              <a:schemeClr val="accent3">
                <a:hueOff val="914337"/>
                <a:satOff val="31515"/>
                <a:lumOff val="-30790"/>
                <a:alpha val="30000"/>
              </a:schemeClr>
            </a:solidFill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46" name="Remanufacturing scheduling with collaborative-learning modes and human factors"/>
          <p:cNvSpPr txBox="1"/>
          <p:nvPr/>
        </p:nvSpPr>
        <p:spPr>
          <a:xfrm>
            <a:off x="490936" y="88348"/>
            <a:ext cx="29085181" cy="2259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076" tIns="63076" rIns="63076" bIns="63076" anchor="ctr">
            <a:spAutoFit/>
          </a:bodyPr>
          <a:lstStyle>
            <a:lvl1pPr algn="ctr" defTabSz="457200">
              <a:spcBef>
                <a:spcPts val="0"/>
              </a:spcBef>
              <a:defRPr b="1" sz="7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Remanufacturing scheduling with collaborative-learning modes and human factors</a:t>
            </a:r>
          </a:p>
        </p:txBody>
      </p:sp>
      <p:sp>
        <p:nvSpPr>
          <p:cNvPr id="147" name="Rectangle aux angles arrondis"/>
          <p:cNvSpPr/>
          <p:nvPr/>
        </p:nvSpPr>
        <p:spPr>
          <a:xfrm>
            <a:off x="705583" y="11575207"/>
            <a:ext cx="7293409" cy="1567998"/>
          </a:xfrm>
          <a:prstGeom prst="roundRect">
            <a:avLst>
              <a:gd name="adj" fmla="val 8078"/>
            </a:avLst>
          </a:prstGeom>
          <a:solidFill>
            <a:schemeClr val="accent1">
              <a:alpha val="2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48" name="Rectangle aux angles arrondis"/>
          <p:cNvSpPr/>
          <p:nvPr/>
        </p:nvSpPr>
        <p:spPr>
          <a:xfrm>
            <a:off x="2242958" y="11806239"/>
            <a:ext cx="976283" cy="97489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3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49" name="Rectangle aux angles arrondis"/>
          <p:cNvSpPr/>
          <p:nvPr/>
        </p:nvSpPr>
        <p:spPr>
          <a:xfrm>
            <a:off x="3632945" y="11806239"/>
            <a:ext cx="976282" cy="97489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0">
            <a:solidFill>
              <a:srgbClr val="5E5E5E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3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50" name="Rectangle aux angles arrondis"/>
          <p:cNvSpPr/>
          <p:nvPr/>
        </p:nvSpPr>
        <p:spPr>
          <a:xfrm>
            <a:off x="5022930" y="11806239"/>
            <a:ext cx="976283" cy="97489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0">
            <a:solidFill>
              <a:schemeClr val="accent4">
                <a:hueOff val="-461056"/>
                <a:satOff val="4338"/>
                <a:lumOff val="-10225"/>
              </a:schemeClr>
            </a:solidFill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3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51" name="Rectangle aux angles arrondis"/>
          <p:cNvSpPr/>
          <p:nvPr/>
        </p:nvSpPr>
        <p:spPr>
          <a:xfrm>
            <a:off x="6412917" y="11806239"/>
            <a:ext cx="976283" cy="97489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0">
            <a:solidFill>
              <a:schemeClr val="accent3">
                <a:hueOff val="914337"/>
                <a:satOff val="31515"/>
                <a:lumOff val="-30790"/>
              </a:schemeClr>
            </a:solidFill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3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52" name="Flèche"/>
          <p:cNvSpPr/>
          <p:nvPr/>
        </p:nvSpPr>
        <p:spPr>
          <a:xfrm>
            <a:off x="3218035" y="12184431"/>
            <a:ext cx="417867" cy="218513"/>
          </a:xfrm>
          <a:prstGeom prst="rightArrow">
            <a:avLst>
              <a:gd name="adj1" fmla="val 37313"/>
              <a:gd name="adj2" fmla="val 116516"/>
            </a:avLst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53" name="Flèche"/>
          <p:cNvSpPr/>
          <p:nvPr/>
        </p:nvSpPr>
        <p:spPr>
          <a:xfrm>
            <a:off x="4612184" y="12184431"/>
            <a:ext cx="417866" cy="218513"/>
          </a:xfrm>
          <a:prstGeom prst="rightArrow">
            <a:avLst>
              <a:gd name="adj1" fmla="val 37313"/>
              <a:gd name="adj2" fmla="val 116516"/>
            </a:avLst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54" name="Flèche"/>
          <p:cNvSpPr/>
          <p:nvPr/>
        </p:nvSpPr>
        <p:spPr>
          <a:xfrm>
            <a:off x="6006331" y="12184431"/>
            <a:ext cx="417867" cy="218513"/>
          </a:xfrm>
          <a:prstGeom prst="rightArrow">
            <a:avLst>
              <a:gd name="adj1" fmla="val 37313"/>
              <a:gd name="adj2" fmla="val 116516"/>
            </a:avLst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55" name="o11"/>
          <p:cNvSpPr txBox="1"/>
          <p:nvPr/>
        </p:nvSpPr>
        <p:spPr>
          <a:xfrm>
            <a:off x="2484597" y="10689635"/>
            <a:ext cx="1511281" cy="11821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076" tIns="63076" rIns="63076" bIns="63076" anchor="ctr"/>
          <a:lstStyle/>
          <a:p>
            <a:pPr>
              <a:defRPr b="1" sz="2500"/>
            </a:pPr>
            <a:r>
              <a:t>o</a:t>
            </a:r>
            <a:r>
              <a:rPr baseline="-5999"/>
              <a:t>11 </a:t>
            </a:r>
          </a:p>
        </p:txBody>
      </p:sp>
      <p:sp>
        <p:nvSpPr>
          <p:cNvPr id="156" name="o12"/>
          <p:cNvSpPr txBox="1"/>
          <p:nvPr/>
        </p:nvSpPr>
        <p:spPr>
          <a:xfrm>
            <a:off x="3826295" y="10710469"/>
            <a:ext cx="1511280" cy="1182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076" tIns="63076" rIns="63076" bIns="63076" anchor="ctr"/>
          <a:lstStyle/>
          <a:p>
            <a:pPr>
              <a:defRPr b="1" sz="2500"/>
            </a:pPr>
            <a:r>
              <a:t>o</a:t>
            </a:r>
            <a:r>
              <a:rPr baseline="-5999"/>
              <a:t>12 </a:t>
            </a:r>
          </a:p>
        </p:txBody>
      </p:sp>
      <p:sp>
        <p:nvSpPr>
          <p:cNvPr id="157" name="o13"/>
          <p:cNvSpPr txBox="1"/>
          <p:nvPr/>
        </p:nvSpPr>
        <p:spPr>
          <a:xfrm>
            <a:off x="5297163" y="10689635"/>
            <a:ext cx="1511280" cy="11821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076" tIns="63076" rIns="63076" bIns="63076" anchor="ctr"/>
          <a:lstStyle/>
          <a:p>
            <a:pPr>
              <a:defRPr b="1" sz="2500"/>
            </a:pPr>
            <a:r>
              <a:t>o</a:t>
            </a:r>
            <a:r>
              <a:rPr baseline="-5999"/>
              <a:t>13 </a:t>
            </a:r>
          </a:p>
        </p:txBody>
      </p:sp>
      <p:sp>
        <p:nvSpPr>
          <p:cNvPr id="158" name="o14"/>
          <p:cNvSpPr txBox="1"/>
          <p:nvPr/>
        </p:nvSpPr>
        <p:spPr>
          <a:xfrm>
            <a:off x="6512753" y="10710469"/>
            <a:ext cx="1511280" cy="1182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076" tIns="63076" rIns="63076" bIns="63076" anchor="ctr"/>
          <a:lstStyle/>
          <a:p>
            <a:pPr>
              <a:defRPr b="1" sz="2500"/>
            </a:pPr>
            <a:r>
              <a:t>o</a:t>
            </a:r>
            <a:r>
              <a:rPr baseline="-5999"/>
              <a:t>14 </a:t>
            </a:r>
          </a:p>
        </p:txBody>
      </p:sp>
      <p:sp>
        <p:nvSpPr>
          <p:cNvPr id="159" name="Niv. 1"/>
          <p:cNvSpPr txBox="1"/>
          <p:nvPr/>
        </p:nvSpPr>
        <p:spPr>
          <a:xfrm>
            <a:off x="2344407" y="13000851"/>
            <a:ext cx="1772121" cy="8316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076" tIns="63076" rIns="63076" bIns="63076" anchor="ctr"/>
          <a:lstStyle/>
          <a:p>
            <a:pPr>
              <a:defRPr b="1" sz="2500"/>
            </a:pPr>
            <a:r>
              <a:t>Niv. 1</a:t>
            </a:r>
            <a:r>
              <a:rPr baseline="-5999"/>
              <a:t> </a:t>
            </a:r>
          </a:p>
        </p:txBody>
      </p:sp>
      <p:sp>
        <p:nvSpPr>
          <p:cNvPr id="160" name="Niv. 3"/>
          <p:cNvSpPr txBox="1"/>
          <p:nvPr/>
        </p:nvSpPr>
        <p:spPr>
          <a:xfrm>
            <a:off x="3567827" y="13000851"/>
            <a:ext cx="1772121" cy="8316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076" tIns="63076" rIns="63076" bIns="63076" anchor="ctr"/>
          <a:lstStyle/>
          <a:p>
            <a:pPr>
              <a:defRPr b="1" sz="2500"/>
            </a:pPr>
            <a:r>
              <a:t>Niv. 3</a:t>
            </a:r>
            <a:r>
              <a:rPr baseline="-5999"/>
              <a:t> </a:t>
            </a:r>
          </a:p>
        </p:txBody>
      </p:sp>
      <p:sp>
        <p:nvSpPr>
          <p:cNvPr id="161" name="Niv. 2"/>
          <p:cNvSpPr txBox="1"/>
          <p:nvPr/>
        </p:nvSpPr>
        <p:spPr>
          <a:xfrm>
            <a:off x="5036322" y="13000851"/>
            <a:ext cx="1772121" cy="8316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076" tIns="63076" rIns="63076" bIns="63076" anchor="ctr"/>
          <a:lstStyle/>
          <a:p>
            <a:pPr>
              <a:defRPr b="1" sz="2500"/>
            </a:pPr>
            <a:r>
              <a:t>Niv. 2</a:t>
            </a:r>
            <a:r>
              <a:rPr baseline="-5999"/>
              <a:t> </a:t>
            </a:r>
          </a:p>
        </p:txBody>
      </p:sp>
      <p:sp>
        <p:nvSpPr>
          <p:cNvPr id="162" name="Niv. 2"/>
          <p:cNvSpPr txBox="1"/>
          <p:nvPr/>
        </p:nvSpPr>
        <p:spPr>
          <a:xfrm>
            <a:off x="6512753" y="13000851"/>
            <a:ext cx="1772121" cy="8316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076" tIns="63076" rIns="63076" bIns="63076" anchor="ctr"/>
          <a:lstStyle/>
          <a:p>
            <a:pPr>
              <a:defRPr b="1" sz="2500"/>
            </a:pPr>
            <a:r>
              <a:t>Niv. 2</a:t>
            </a:r>
            <a:r>
              <a:rPr baseline="-5999"/>
              <a:t> </a:t>
            </a:r>
          </a:p>
        </p:txBody>
      </p:sp>
      <p:sp>
        <p:nvSpPr>
          <p:cNvPr id="163" name="Rectangle aux angles arrondis"/>
          <p:cNvSpPr/>
          <p:nvPr/>
        </p:nvSpPr>
        <p:spPr>
          <a:xfrm>
            <a:off x="8434116" y="11488578"/>
            <a:ext cx="6908907" cy="1659429"/>
          </a:xfrm>
          <a:prstGeom prst="roundRect">
            <a:avLst>
              <a:gd name="adj" fmla="val 29005"/>
            </a:avLst>
          </a:prstGeom>
          <a:solidFill>
            <a:schemeClr val="accent4">
              <a:hueOff val="-461056"/>
              <a:satOff val="4338"/>
              <a:lumOff val="-10225"/>
              <a:alpha val="30000"/>
            </a:schemeClr>
          </a:solidFill>
          <a:ln w="63500">
            <a:solidFill>
              <a:schemeClr val="accent5">
                <a:lumOff val="-29866"/>
                <a:alpha val="30000"/>
              </a:schemeClr>
            </a:solidFill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64" name="Opération O13 de J1"/>
          <p:cNvSpPr txBox="1"/>
          <p:nvPr/>
        </p:nvSpPr>
        <p:spPr>
          <a:xfrm>
            <a:off x="9792352" y="11650520"/>
            <a:ext cx="4073560" cy="634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076" tIns="63076" rIns="63076" bIns="63076" anchor="ctr">
            <a:spAutoFit/>
          </a:bodyPr>
          <a:lstStyle/>
          <a:p>
            <a:pPr>
              <a:defRPr b="1" sz="3400"/>
            </a:pPr>
            <a:r>
              <a:t>Opération O</a:t>
            </a:r>
            <a:r>
              <a:rPr baseline="-5999"/>
              <a:t>13 </a:t>
            </a:r>
            <a:r>
              <a:t>de J</a:t>
            </a:r>
            <a:r>
              <a:rPr baseline="-5999"/>
              <a:t>1</a:t>
            </a:r>
          </a:p>
        </p:txBody>
      </p:sp>
      <p:sp>
        <p:nvSpPr>
          <p:cNvPr id="165" name="Éclair"/>
          <p:cNvSpPr/>
          <p:nvPr/>
        </p:nvSpPr>
        <p:spPr>
          <a:xfrm>
            <a:off x="8732248" y="11991303"/>
            <a:ext cx="533401" cy="10357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83" fill="norm" stroke="1" extrusionOk="0">
                <a:moveTo>
                  <a:pt x="19015" y="0"/>
                </a:moveTo>
                <a:lnTo>
                  <a:pt x="0" y="12374"/>
                </a:lnTo>
                <a:lnTo>
                  <a:pt x="9106" y="12448"/>
                </a:lnTo>
                <a:cubicBezTo>
                  <a:pt x="9106" y="12448"/>
                  <a:pt x="3935" y="21161"/>
                  <a:pt x="3791" y="21380"/>
                </a:cubicBezTo>
                <a:cubicBezTo>
                  <a:pt x="3648" y="21600"/>
                  <a:pt x="21600" y="9446"/>
                  <a:pt x="21600" y="9446"/>
                </a:cubicBezTo>
                <a:lnTo>
                  <a:pt x="12838" y="9446"/>
                </a:lnTo>
                <a:lnTo>
                  <a:pt x="19015" y="0"/>
                </a:lnTo>
                <a:close/>
              </a:path>
            </a:pathLst>
          </a:custGeom>
          <a:solidFill>
            <a:schemeClr val="accent4">
              <a:hueOff val="-461056"/>
              <a:satOff val="4338"/>
              <a:lumOff val="-10225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1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66" name="Electrique - Niveau 2 requis"/>
          <p:cNvSpPr txBox="1"/>
          <p:nvPr/>
        </p:nvSpPr>
        <p:spPr>
          <a:xfrm>
            <a:off x="9412868" y="12293113"/>
            <a:ext cx="5799752" cy="6343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076" tIns="63076" rIns="63076" bIns="63076" anchor="ctr">
            <a:spAutoFit/>
          </a:bodyPr>
          <a:lstStyle>
            <a:lvl1pPr>
              <a:defRPr b="1" sz="3400"/>
            </a:lvl1pPr>
          </a:lstStyle>
          <a:p>
            <a:pPr/>
            <a:r>
              <a:t>Electrique - Niveau 2 requis</a:t>
            </a:r>
          </a:p>
        </p:txBody>
      </p:sp>
      <p:sp>
        <p:nvSpPr>
          <p:cNvPr id="167" name="A  Structure des jobs"/>
          <p:cNvSpPr txBox="1"/>
          <p:nvPr/>
        </p:nvSpPr>
        <p:spPr>
          <a:xfrm>
            <a:off x="970877" y="10137654"/>
            <a:ext cx="6490760" cy="8824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076" tIns="63076" rIns="63076" bIns="63076" anchor="ctr">
            <a:spAutoFit/>
          </a:bodyPr>
          <a:lstStyle>
            <a:lvl1pPr>
              <a:defRPr b="1" sz="5000"/>
            </a:lvl1pPr>
          </a:lstStyle>
          <a:p>
            <a:pPr/>
            <a:r>
              <a:t>A  Structure des jobs</a:t>
            </a:r>
          </a:p>
        </p:txBody>
      </p:sp>
      <p:sp>
        <p:nvSpPr>
          <p:cNvPr id="168" name="B  Exemple d’une opération"/>
          <p:cNvSpPr txBox="1"/>
          <p:nvPr/>
        </p:nvSpPr>
        <p:spPr>
          <a:xfrm>
            <a:off x="8402366" y="10239359"/>
            <a:ext cx="8486564" cy="8824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076" tIns="63076" rIns="63076" bIns="63076" anchor="ctr">
            <a:spAutoFit/>
          </a:bodyPr>
          <a:lstStyle>
            <a:lvl1pPr>
              <a:defRPr b="1" sz="5000"/>
            </a:lvl1pPr>
          </a:lstStyle>
          <a:p>
            <a:pPr/>
            <a:r>
              <a:t>B  Exemple d’une opération</a:t>
            </a:r>
          </a:p>
        </p:txBody>
      </p:sp>
      <p:sp>
        <p:nvSpPr>
          <p:cNvPr id="169" name="C  Réalisation"/>
          <p:cNvSpPr txBox="1"/>
          <p:nvPr/>
        </p:nvSpPr>
        <p:spPr>
          <a:xfrm>
            <a:off x="1030834" y="14288334"/>
            <a:ext cx="4334934" cy="8824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076" tIns="63076" rIns="63076" bIns="63076" anchor="ctr">
            <a:spAutoFit/>
          </a:bodyPr>
          <a:lstStyle>
            <a:lvl1pPr>
              <a:defRPr b="1" sz="5000"/>
            </a:lvl1pPr>
          </a:lstStyle>
          <a:p>
            <a:pPr/>
            <a:r>
              <a:t>C  Réalisation</a:t>
            </a:r>
          </a:p>
        </p:txBody>
      </p:sp>
      <p:sp>
        <p:nvSpPr>
          <p:cNvPr id="170" name="Casque"/>
          <p:cNvSpPr/>
          <p:nvPr/>
        </p:nvSpPr>
        <p:spPr>
          <a:xfrm>
            <a:off x="870088" y="28074682"/>
            <a:ext cx="791695" cy="952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30" h="21518" fill="norm" stroke="1" extrusionOk="0">
                <a:moveTo>
                  <a:pt x="9244" y="4"/>
                </a:moveTo>
                <a:cubicBezTo>
                  <a:pt x="5439" y="89"/>
                  <a:pt x="689" y="3406"/>
                  <a:pt x="842" y="8320"/>
                </a:cubicBezTo>
                <a:cubicBezTo>
                  <a:pt x="61" y="9004"/>
                  <a:pt x="-415" y="9826"/>
                  <a:pt x="501" y="9829"/>
                </a:cubicBezTo>
                <a:cubicBezTo>
                  <a:pt x="1190" y="9832"/>
                  <a:pt x="19460" y="9829"/>
                  <a:pt x="20659" y="9829"/>
                </a:cubicBezTo>
                <a:cubicBezTo>
                  <a:pt x="21078" y="9829"/>
                  <a:pt x="21185" y="9479"/>
                  <a:pt x="20752" y="9159"/>
                </a:cubicBezTo>
                <a:cubicBezTo>
                  <a:pt x="20319" y="8839"/>
                  <a:pt x="18764" y="7947"/>
                  <a:pt x="18118" y="7601"/>
                </a:cubicBezTo>
                <a:cubicBezTo>
                  <a:pt x="18064" y="5863"/>
                  <a:pt x="16627" y="3075"/>
                  <a:pt x="16219" y="2702"/>
                </a:cubicBezTo>
                <a:cubicBezTo>
                  <a:pt x="15788" y="2442"/>
                  <a:pt x="15205" y="2330"/>
                  <a:pt x="15205" y="2330"/>
                </a:cubicBezTo>
                <a:lnTo>
                  <a:pt x="14948" y="1292"/>
                </a:lnTo>
                <a:cubicBezTo>
                  <a:pt x="14948" y="1292"/>
                  <a:pt x="13050" y="-82"/>
                  <a:pt x="9244" y="4"/>
                </a:cubicBezTo>
                <a:close/>
                <a:moveTo>
                  <a:pt x="1996" y="10240"/>
                </a:moveTo>
                <a:cubicBezTo>
                  <a:pt x="2002" y="10434"/>
                  <a:pt x="2014" y="10625"/>
                  <a:pt x="2034" y="10813"/>
                </a:cubicBezTo>
                <a:cubicBezTo>
                  <a:pt x="2471" y="10713"/>
                  <a:pt x="2959" y="10599"/>
                  <a:pt x="3311" y="10513"/>
                </a:cubicBezTo>
                <a:cubicBezTo>
                  <a:pt x="3518" y="10463"/>
                  <a:pt x="3634" y="10387"/>
                  <a:pt x="3632" y="10301"/>
                </a:cubicBezTo>
                <a:lnTo>
                  <a:pt x="3608" y="10240"/>
                </a:lnTo>
                <a:lnTo>
                  <a:pt x="1996" y="10240"/>
                </a:lnTo>
                <a:close/>
                <a:moveTo>
                  <a:pt x="4139" y="10240"/>
                </a:moveTo>
                <a:cubicBezTo>
                  <a:pt x="4153" y="10345"/>
                  <a:pt x="4162" y="10759"/>
                  <a:pt x="3452" y="10931"/>
                </a:cubicBezTo>
                <a:cubicBezTo>
                  <a:pt x="2635" y="11129"/>
                  <a:pt x="1123" y="11468"/>
                  <a:pt x="1123" y="11468"/>
                </a:cubicBezTo>
                <a:lnTo>
                  <a:pt x="1757" y="13228"/>
                </a:lnTo>
                <a:lnTo>
                  <a:pt x="13165" y="10240"/>
                </a:lnTo>
                <a:lnTo>
                  <a:pt x="4139" y="10240"/>
                </a:lnTo>
                <a:close/>
                <a:moveTo>
                  <a:pt x="14900" y="10240"/>
                </a:moveTo>
                <a:lnTo>
                  <a:pt x="14266" y="10407"/>
                </a:lnTo>
                <a:lnTo>
                  <a:pt x="2737" y="13425"/>
                </a:lnTo>
                <a:cubicBezTo>
                  <a:pt x="3404" y="15068"/>
                  <a:pt x="4316" y="16511"/>
                  <a:pt x="4563" y="17863"/>
                </a:cubicBezTo>
                <a:cubicBezTo>
                  <a:pt x="4966" y="20067"/>
                  <a:pt x="3119" y="21518"/>
                  <a:pt x="3119" y="21518"/>
                </a:cubicBezTo>
                <a:lnTo>
                  <a:pt x="12443" y="21518"/>
                </a:lnTo>
                <a:cubicBezTo>
                  <a:pt x="13033" y="18812"/>
                  <a:pt x="14155" y="19308"/>
                  <a:pt x="15134" y="19283"/>
                </a:cubicBezTo>
                <a:cubicBezTo>
                  <a:pt x="16113" y="19259"/>
                  <a:pt x="17322" y="19014"/>
                  <a:pt x="17120" y="17900"/>
                </a:cubicBezTo>
                <a:cubicBezTo>
                  <a:pt x="16985" y="17155"/>
                  <a:pt x="17153" y="16918"/>
                  <a:pt x="17484" y="16523"/>
                </a:cubicBezTo>
                <a:cubicBezTo>
                  <a:pt x="17816" y="16128"/>
                  <a:pt x="17156" y="15773"/>
                  <a:pt x="17156" y="15773"/>
                </a:cubicBezTo>
                <a:lnTo>
                  <a:pt x="17538" y="15588"/>
                </a:lnTo>
                <a:cubicBezTo>
                  <a:pt x="17720" y="15500"/>
                  <a:pt x="17812" y="15322"/>
                  <a:pt x="17766" y="15148"/>
                </a:cubicBezTo>
                <a:cubicBezTo>
                  <a:pt x="17747" y="15079"/>
                  <a:pt x="17727" y="14994"/>
                  <a:pt x="17702" y="14892"/>
                </a:cubicBezTo>
                <a:cubicBezTo>
                  <a:pt x="17620" y="14550"/>
                  <a:pt x="17798" y="14255"/>
                  <a:pt x="18132" y="14149"/>
                </a:cubicBezTo>
                <a:cubicBezTo>
                  <a:pt x="18431" y="14055"/>
                  <a:pt x="18645" y="13927"/>
                  <a:pt x="18795" y="13804"/>
                </a:cubicBezTo>
                <a:cubicBezTo>
                  <a:pt x="18999" y="13637"/>
                  <a:pt x="18997" y="13350"/>
                  <a:pt x="18845" y="13147"/>
                </a:cubicBezTo>
                <a:cubicBezTo>
                  <a:pt x="18291" y="12406"/>
                  <a:pt x="17726" y="11593"/>
                  <a:pt x="17336" y="11069"/>
                </a:cubicBezTo>
                <a:cubicBezTo>
                  <a:pt x="17098" y="10750"/>
                  <a:pt x="17117" y="10492"/>
                  <a:pt x="17201" y="10240"/>
                </a:cubicBezTo>
                <a:lnTo>
                  <a:pt x="14900" y="10240"/>
                </a:lnTo>
                <a:close/>
                <a:moveTo>
                  <a:pt x="5775" y="11030"/>
                </a:moveTo>
                <a:cubicBezTo>
                  <a:pt x="5870" y="11039"/>
                  <a:pt x="5955" y="11094"/>
                  <a:pt x="5985" y="11177"/>
                </a:cubicBezTo>
                <a:cubicBezTo>
                  <a:pt x="6024" y="11287"/>
                  <a:pt x="5950" y="11404"/>
                  <a:pt x="5820" y="11438"/>
                </a:cubicBezTo>
                <a:cubicBezTo>
                  <a:pt x="5691" y="11472"/>
                  <a:pt x="5553" y="11409"/>
                  <a:pt x="5514" y="11298"/>
                </a:cubicBezTo>
                <a:cubicBezTo>
                  <a:pt x="5474" y="11188"/>
                  <a:pt x="5548" y="11071"/>
                  <a:pt x="5678" y="11037"/>
                </a:cubicBezTo>
                <a:cubicBezTo>
                  <a:pt x="5710" y="11029"/>
                  <a:pt x="5743" y="11027"/>
                  <a:pt x="5775" y="11030"/>
                </a:cubicBezTo>
                <a:close/>
                <a:moveTo>
                  <a:pt x="4911" y="11253"/>
                </a:moveTo>
                <a:cubicBezTo>
                  <a:pt x="5007" y="11261"/>
                  <a:pt x="5092" y="11318"/>
                  <a:pt x="5121" y="11401"/>
                </a:cubicBezTo>
                <a:cubicBezTo>
                  <a:pt x="5161" y="11511"/>
                  <a:pt x="5089" y="11627"/>
                  <a:pt x="4959" y="11660"/>
                </a:cubicBezTo>
                <a:cubicBezTo>
                  <a:pt x="4829" y="11694"/>
                  <a:pt x="4692" y="11633"/>
                  <a:pt x="4652" y="11522"/>
                </a:cubicBezTo>
                <a:cubicBezTo>
                  <a:pt x="4613" y="11412"/>
                  <a:pt x="4685" y="11295"/>
                  <a:pt x="4814" y="11261"/>
                </a:cubicBezTo>
                <a:cubicBezTo>
                  <a:pt x="4847" y="11253"/>
                  <a:pt x="4880" y="11250"/>
                  <a:pt x="4911" y="11253"/>
                </a:cubicBezTo>
                <a:close/>
                <a:moveTo>
                  <a:pt x="4050" y="11477"/>
                </a:moveTo>
                <a:cubicBezTo>
                  <a:pt x="4145" y="11485"/>
                  <a:pt x="4230" y="11540"/>
                  <a:pt x="4260" y="11623"/>
                </a:cubicBezTo>
                <a:cubicBezTo>
                  <a:pt x="4300" y="11734"/>
                  <a:pt x="4225" y="11851"/>
                  <a:pt x="4096" y="11884"/>
                </a:cubicBezTo>
                <a:cubicBezTo>
                  <a:pt x="3966" y="11918"/>
                  <a:pt x="3828" y="11857"/>
                  <a:pt x="3789" y="11746"/>
                </a:cubicBezTo>
                <a:cubicBezTo>
                  <a:pt x="3749" y="11636"/>
                  <a:pt x="3823" y="11519"/>
                  <a:pt x="3953" y="11485"/>
                </a:cubicBezTo>
                <a:cubicBezTo>
                  <a:pt x="3985" y="11477"/>
                  <a:pt x="4018" y="11474"/>
                  <a:pt x="4050" y="11477"/>
                </a:cubicBezTo>
                <a:close/>
                <a:moveTo>
                  <a:pt x="3189" y="11701"/>
                </a:moveTo>
                <a:cubicBezTo>
                  <a:pt x="3284" y="11709"/>
                  <a:pt x="3367" y="11764"/>
                  <a:pt x="3397" y="11847"/>
                </a:cubicBezTo>
                <a:cubicBezTo>
                  <a:pt x="3436" y="11958"/>
                  <a:pt x="3364" y="12075"/>
                  <a:pt x="3234" y="12108"/>
                </a:cubicBezTo>
                <a:cubicBezTo>
                  <a:pt x="3104" y="12142"/>
                  <a:pt x="2967" y="12079"/>
                  <a:pt x="2927" y="11968"/>
                </a:cubicBezTo>
                <a:cubicBezTo>
                  <a:pt x="2888" y="11858"/>
                  <a:pt x="2962" y="11741"/>
                  <a:pt x="3092" y="11707"/>
                </a:cubicBezTo>
                <a:cubicBezTo>
                  <a:pt x="3124" y="11699"/>
                  <a:pt x="3157" y="11698"/>
                  <a:pt x="3189" y="11701"/>
                </a:cubicBezTo>
                <a:close/>
                <a:moveTo>
                  <a:pt x="2325" y="11923"/>
                </a:moveTo>
                <a:cubicBezTo>
                  <a:pt x="2420" y="11931"/>
                  <a:pt x="2505" y="11987"/>
                  <a:pt x="2535" y="12069"/>
                </a:cubicBezTo>
                <a:cubicBezTo>
                  <a:pt x="2575" y="12180"/>
                  <a:pt x="2503" y="12297"/>
                  <a:pt x="2373" y="12331"/>
                </a:cubicBezTo>
                <a:cubicBezTo>
                  <a:pt x="2243" y="12364"/>
                  <a:pt x="2105" y="12303"/>
                  <a:pt x="2066" y="12192"/>
                </a:cubicBezTo>
                <a:cubicBezTo>
                  <a:pt x="2026" y="12082"/>
                  <a:pt x="2098" y="11965"/>
                  <a:pt x="2228" y="11931"/>
                </a:cubicBezTo>
                <a:cubicBezTo>
                  <a:pt x="2261" y="11923"/>
                  <a:pt x="2293" y="11920"/>
                  <a:pt x="2325" y="11923"/>
                </a:cubicBezTo>
                <a:close/>
              </a:path>
            </a:pathLst>
          </a:custGeom>
          <a:solidFill>
            <a:schemeClr val="accent5">
              <a:hueOff val="-82419"/>
              <a:satOff val="-9513"/>
              <a:lumOff val="-16343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71" name="Casque"/>
          <p:cNvSpPr/>
          <p:nvPr/>
        </p:nvSpPr>
        <p:spPr>
          <a:xfrm>
            <a:off x="1411633" y="28330340"/>
            <a:ext cx="791695" cy="952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30" h="21518" fill="norm" stroke="1" extrusionOk="0">
                <a:moveTo>
                  <a:pt x="9244" y="4"/>
                </a:moveTo>
                <a:cubicBezTo>
                  <a:pt x="5439" y="89"/>
                  <a:pt x="689" y="3406"/>
                  <a:pt x="842" y="8320"/>
                </a:cubicBezTo>
                <a:cubicBezTo>
                  <a:pt x="61" y="9004"/>
                  <a:pt x="-415" y="9826"/>
                  <a:pt x="501" y="9829"/>
                </a:cubicBezTo>
                <a:cubicBezTo>
                  <a:pt x="1190" y="9832"/>
                  <a:pt x="19460" y="9829"/>
                  <a:pt x="20659" y="9829"/>
                </a:cubicBezTo>
                <a:cubicBezTo>
                  <a:pt x="21078" y="9829"/>
                  <a:pt x="21185" y="9479"/>
                  <a:pt x="20752" y="9159"/>
                </a:cubicBezTo>
                <a:cubicBezTo>
                  <a:pt x="20319" y="8839"/>
                  <a:pt x="18764" y="7947"/>
                  <a:pt x="18118" y="7601"/>
                </a:cubicBezTo>
                <a:cubicBezTo>
                  <a:pt x="18064" y="5863"/>
                  <a:pt x="16627" y="3075"/>
                  <a:pt x="16219" y="2702"/>
                </a:cubicBezTo>
                <a:cubicBezTo>
                  <a:pt x="15788" y="2442"/>
                  <a:pt x="15205" y="2330"/>
                  <a:pt x="15205" y="2330"/>
                </a:cubicBezTo>
                <a:lnTo>
                  <a:pt x="14948" y="1292"/>
                </a:lnTo>
                <a:cubicBezTo>
                  <a:pt x="14948" y="1292"/>
                  <a:pt x="13050" y="-82"/>
                  <a:pt x="9244" y="4"/>
                </a:cubicBezTo>
                <a:close/>
                <a:moveTo>
                  <a:pt x="1996" y="10240"/>
                </a:moveTo>
                <a:cubicBezTo>
                  <a:pt x="2002" y="10434"/>
                  <a:pt x="2014" y="10625"/>
                  <a:pt x="2034" y="10813"/>
                </a:cubicBezTo>
                <a:cubicBezTo>
                  <a:pt x="2471" y="10713"/>
                  <a:pt x="2959" y="10599"/>
                  <a:pt x="3311" y="10513"/>
                </a:cubicBezTo>
                <a:cubicBezTo>
                  <a:pt x="3518" y="10463"/>
                  <a:pt x="3634" y="10387"/>
                  <a:pt x="3632" y="10301"/>
                </a:cubicBezTo>
                <a:lnTo>
                  <a:pt x="3608" y="10240"/>
                </a:lnTo>
                <a:lnTo>
                  <a:pt x="1996" y="10240"/>
                </a:lnTo>
                <a:close/>
                <a:moveTo>
                  <a:pt x="4139" y="10240"/>
                </a:moveTo>
                <a:cubicBezTo>
                  <a:pt x="4153" y="10345"/>
                  <a:pt x="4162" y="10759"/>
                  <a:pt x="3452" y="10931"/>
                </a:cubicBezTo>
                <a:cubicBezTo>
                  <a:pt x="2635" y="11129"/>
                  <a:pt x="1123" y="11468"/>
                  <a:pt x="1123" y="11468"/>
                </a:cubicBezTo>
                <a:lnTo>
                  <a:pt x="1757" y="13228"/>
                </a:lnTo>
                <a:lnTo>
                  <a:pt x="13165" y="10240"/>
                </a:lnTo>
                <a:lnTo>
                  <a:pt x="4139" y="10240"/>
                </a:lnTo>
                <a:close/>
                <a:moveTo>
                  <a:pt x="14900" y="10240"/>
                </a:moveTo>
                <a:lnTo>
                  <a:pt x="14266" y="10407"/>
                </a:lnTo>
                <a:lnTo>
                  <a:pt x="2737" y="13425"/>
                </a:lnTo>
                <a:cubicBezTo>
                  <a:pt x="3404" y="15068"/>
                  <a:pt x="4316" y="16511"/>
                  <a:pt x="4563" y="17863"/>
                </a:cubicBezTo>
                <a:cubicBezTo>
                  <a:pt x="4966" y="20067"/>
                  <a:pt x="3119" y="21518"/>
                  <a:pt x="3119" y="21518"/>
                </a:cubicBezTo>
                <a:lnTo>
                  <a:pt x="12443" y="21518"/>
                </a:lnTo>
                <a:cubicBezTo>
                  <a:pt x="13033" y="18812"/>
                  <a:pt x="14155" y="19308"/>
                  <a:pt x="15134" y="19283"/>
                </a:cubicBezTo>
                <a:cubicBezTo>
                  <a:pt x="16113" y="19259"/>
                  <a:pt x="17322" y="19014"/>
                  <a:pt x="17120" y="17900"/>
                </a:cubicBezTo>
                <a:cubicBezTo>
                  <a:pt x="16985" y="17155"/>
                  <a:pt x="17153" y="16918"/>
                  <a:pt x="17484" y="16523"/>
                </a:cubicBezTo>
                <a:cubicBezTo>
                  <a:pt x="17816" y="16128"/>
                  <a:pt x="17156" y="15773"/>
                  <a:pt x="17156" y="15773"/>
                </a:cubicBezTo>
                <a:lnTo>
                  <a:pt x="17538" y="15588"/>
                </a:lnTo>
                <a:cubicBezTo>
                  <a:pt x="17720" y="15500"/>
                  <a:pt x="17812" y="15322"/>
                  <a:pt x="17766" y="15148"/>
                </a:cubicBezTo>
                <a:cubicBezTo>
                  <a:pt x="17747" y="15079"/>
                  <a:pt x="17727" y="14994"/>
                  <a:pt x="17702" y="14892"/>
                </a:cubicBezTo>
                <a:cubicBezTo>
                  <a:pt x="17620" y="14550"/>
                  <a:pt x="17798" y="14255"/>
                  <a:pt x="18132" y="14149"/>
                </a:cubicBezTo>
                <a:cubicBezTo>
                  <a:pt x="18431" y="14055"/>
                  <a:pt x="18645" y="13927"/>
                  <a:pt x="18795" y="13804"/>
                </a:cubicBezTo>
                <a:cubicBezTo>
                  <a:pt x="18999" y="13637"/>
                  <a:pt x="18997" y="13350"/>
                  <a:pt x="18845" y="13147"/>
                </a:cubicBezTo>
                <a:cubicBezTo>
                  <a:pt x="18291" y="12406"/>
                  <a:pt x="17726" y="11593"/>
                  <a:pt x="17336" y="11069"/>
                </a:cubicBezTo>
                <a:cubicBezTo>
                  <a:pt x="17098" y="10750"/>
                  <a:pt x="17117" y="10492"/>
                  <a:pt x="17201" y="10240"/>
                </a:cubicBezTo>
                <a:lnTo>
                  <a:pt x="14900" y="10240"/>
                </a:lnTo>
                <a:close/>
                <a:moveTo>
                  <a:pt x="5775" y="11030"/>
                </a:moveTo>
                <a:cubicBezTo>
                  <a:pt x="5870" y="11039"/>
                  <a:pt x="5955" y="11094"/>
                  <a:pt x="5985" y="11177"/>
                </a:cubicBezTo>
                <a:cubicBezTo>
                  <a:pt x="6024" y="11287"/>
                  <a:pt x="5950" y="11404"/>
                  <a:pt x="5820" y="11438"/>
                </a:cubicBezTo>
                <a:cubicBezTo>
                  <a:pt x="5691" y="11472"/>
                  <a:pt x="5553" y="11409"/>
                  <a:pt x="5514" y="11298"/>
                </a:cubicBezTo>
                <a:cubicBezTo>
                  <a:pt x="5474" y="11188"/>
                  <a:pt x="5548" y="11071"/>
                  <a:pt x="5678" y="11037"/>
                </a:cubicBezTo>
                <a:cubicBezTo>
                  <a:pt x="5710" y="11029"/>
                  <a:pt x="5743" y="11027"/>
                  <a:pt x="5775" y="11030"/>
                </a:cubicBezTo>
                <a:close/>
                <a:moveTo>
                  <a:pt x="4911" y="11253"/>
                </a:moveTo>
                <a:cubicBezTo>
                  <a:pt x="5007" y="11261"/>
                  <a:pt x="5092" y="11318"/>
                  <a:pt x="5121" y="11401"/>
                </a:cubicBezTo>
                <a:cubicBezTo>
                  <a:pt x="5161" y="11511"/>
                  <a:pt x="5089" y="11627"/>
                  <a:pt x="4959" y="11660"/>
                </a:cubicBezTo>
                <a:cubicBezTo>
                  <a:pt x="4829" y="11694"/>
                  <a:pt x="4692" y="11633"/>
                  <a:pt x="4652" y="11522"/>
                </a:cubicBezTo>
                <a:cubicBezTo>
                  <a:pt x="4613" y="11412"/>
                  <a:pt x="4685" y="11295"/>
                  <a:pt x="4814" y="11261"/>
                </a:cubicBezTo>
                <a:cubicBezTo>
                  <a:pt x="4847" y="11253"/>
                  <a:pt x="4880" y="11250"/>
                  <a:pt x="4911" y="11253"/>
                </a:cubicBezTo>
                <a:close/>
                <a:moveTo>
                  <a:pt x="4050" y="11477"/>
                </a:moveTo>
                <a:cubicBezTo>
                  <a:pt x="4145" y="11485"/>
                  <a:pt x="4230" y="11540"/>
                  <a:pt x="4260" y="11623"/>
                </a:cubicBezTo>
                <a:cubicBezTo>
                  <a:pt x="4300" y="11734"/>
                  <a:pt x="4225" y="11851"/>
                  <a:pt x="4096" y="11884"/>
                </a:cubicBezTo>
                <a:cubicBezTo>
                  <a:pt x="3966" y="11918"/>
                  <a:pt x="3828" y="11857"/>
                  <a:pt x="3789" y="11746"/>
                </a:cubicBezTo>
                <a:cubicBezTo>
                  <a:pt x="3749" y="11636"/>
                  <a:pt x="3823" y="11519"/>
                  <a:pt x="3953" y="11485"/>
                </a:cubicBezTo>
                <a:cubicBezTo>
                  <a:pt x="3985" y="11477"/>
                  <a:pt x="4018" y="11474"/>
                  <a:pt x="4050" y="11477"/>
                </a:cubicBezTo>
                <a:close/>
                <a:moveTo>
                  <a:pt x="3189" y="11701"/>
                </a:moveTo>
                <a:cubicBezTo>
                  <a:pt x="3284" y="11709"/>
                  <a:pt x="3367" y="11764"/>
                  <a:pt x="3397" y="11847"/>
                </a:cubicBezTo>
                <a:cubicBezTo>
                  <a:pt x="3436" y="11958"/>
                  <a:pt x="3364" y="12075"/>
                  <a:pt x="3234" y="12108"/>
                </a:cubicBezTo>
                <a:cubicBezTo>
                  <a:pt x="3104" y="12142"/>
                  <a:pt x="2967" y="12079"/>
                  <a:pt x="2927" y="11968"/>
                </a:cubicBezTo>
                <a:cubicBezTo>
                  <a:pt x="2888" y="11858"/>
                  <a:pt x="2962" y="11741"/>
                  <a:pt x="3092" y="11707"/>
                </a:cubicBezTo>
                <a:cubicBezTo>
                  <a:pt x="3124" y="11699"/>
                  <a:pt x="3157" y="11698"/>
                  <a:pt x="3189" y="11701"/>
                </a:cubicBezTo>
                <a:close/>
                <a:moveTo>
                  <a:pt x="2325" y="11923"/>
                </a:moveTo>
                <a:cubicBezTo>
                  <a:pt x="2420" y="11931"/>
                  <a:pt x="2505" y="11987"/>
                  <a:pt x="2535" y="12069"/>
                </a:cubicBezTo>
                <a:cubicBezTo>
                  <a:pt x="2575" y="12180"/>
                  <a:pt x="2503" y="12297"/>
                  <a:pt x="2373" y="12331"/>
                </a:cubicBezTo>
                <a:cubicBezTo>
                  <a:pt x="2243" y="12364"/>
                  <a:pt x="2105" y="12303"/>
                  <a:pt x="2066" y="12192"/>
                </a:cubicBezTo>
                <a:cubicBezTo>
                  <a:pt x="2026" y="12082"/>
                  <a:pt x="2098" y="11965"/>
                  <a:pt x="2228" y="11931"/>
                </a:cubicBezTo>
                <a:cubicBezTo>
                  <a:pt x="2261" y="11923"/>
                  <a:pt x="2293" y="11920"/>
                  <a:pt x="2325" y="11923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72" name="Casque"/>
          <p:cNvSpPr/>
          <p:nvPr/>
        </p:nvSpPr>
        <p:spPr>
          <a:xfrm>
            <a:off x="7696349" y="23316662"/>
            <a:ext cx="791695" cy="952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30" h="21518" fill="norm" stroke="1" extrusionOk="0">
                <a:moveTo>
                  <a:pt x="9244" y="4"/>
                </a:moveTo>
                <a:cubicBezTo>
                  <a:pt x="5439" y="89"/>
                  <a:pt x="689" y="3406"/>
                  <a:pt x="842" y="8320"/>
                </a:cubicBezTo>
                <a:cubicBezTo>
                  <a:pt x="61" y="9004"/>
                  <a:pt x="-415" y="9826"/>
                  <a:pt x="501" y="9829"/>
                </a:cubicBezTo>
                <a:cubicBezTo>
                  <a:pt x="1190" y="9832"/>
                  <a:pt x="19460" y="9829"/>
                  <a:pt x="20659" y="9829"/>
                </a:cubicBezTo>
                <a:cubicBezTo>
                  <a:pt x="21078" y="9829"/>
                  <a:pt x="21185" y="9479"/>
                  <a:pt x="20752" y="9159"/>
                </a:cubicBezTo>
                <a:cubicBezTo>
                  <a:pt x="20319" y="8839"/>
                  <a:pt x="18764" y="7947"/>
                  <a:pt x="18118" y="7601"/>
                </a:cubicBezTo>
                <a:cubicBezTo>
                  <a:pt x="18064" y="5863"/>
                  <a:pt x="16627" y="3075"/>
                  <a:pt x="16219" y="2702"/>
                </a:cubicBezTo>
                <a:cubicBezTo>
                  <a:pt x="15788" y="2442"/>
                  <a:pt x="15205" y="2330"/>
                  <a:pt x="15205" y="2330"/>
                </a:cubicBezTo>
                <a:lnTo>
                  <a:pt x="14948" y="1292"/>
                </a:lnTo>
                <a:cubicBezTo>
                  <a:pt x="14948" y="1292"/>
                  <a:pt x="13050" y="-82"/>
                  <a:pt x="9244" y="4"/>
                </a:cubicBezTo>
                <a:close/>
                <a:moveTo>
                  <a:pt x="1996" y="10240"/>
                </a:moveTo>
                <a:cubicBezTo>
                  <a:pt x="2002" y="10434"/>
                  <a:pt x="2014" y="10625"/>
                  <a:pt x="2034" y="10813"/>
                </a:cubicBezTo>
                <a:cubicBezTo>
                  <a:pt x="2471" y="10713"/>
                  <a:pt x="2959" y="10599"/>
                  <a:pt x="3311" y="10513"/>
                </a:cubicBezTo>
                <a:cubicBezTo>
                  <a:pt x="3518" y="10463"/>
                  <a:pt x="3634" y="10387"/>
                  <a:pt x="3632" y="10301"/>
                </a:cubicBezTo>
                <a:lnTo>
                  <a:pt x="3608" y="10240"/>
                </a:lnTo>
                <a:lnTo>
                  <a:pt x="1996" y="10240"/>
                </a:lnTo>
                <a:close/>
                <a:moveTo>
                  <a:pt x="4139" y="10240"/>
                </a:moveTo>
                <a:cubicBezTo>
                  <a:pt x="4153" y="10345"/>
                  <a:pt x="4162" y="10759"/>
                  <a:pt x="3452" y="10931"/>
                </a:cubicBezTo>
                <a:cubicBezTo>
                  <a:pt x="2635" y="11129"/>
                  <a:pt x="1123" y="11468"/>
                  <a:pt x="1123" y="11468"/>
                </a:cubicBezTo>
                <a:lnTo>
                  <a:pt x="1757" y="13228"/>
                </a:lnTo>
                <a:lnTo>
                  <a:pt x="13165" y="10240"/>
                </a:lnTo>
                <a:lnTo>
                  <a:pt x="4139" y="10240"/>
                </a:lnTo>
                <a:close/>
                <a:moveTo>
                  <a:pt x="14900" y="10240"/>
                </a:moveTo>
                <a:lnTo>
                  <a:pt x="14266" y="10407"/>
                </a:lnTo>
                <a:lnTo>
                  <a:pt x="2737" y="13425"/>
                </a:lnTo>
                <a:cubicBezTo>
                  <a:pt x="3404" y="15068"/>
                  <a:pt x="4316" y="16511"/>
                  <a:pt x="4563" y="17863"/>
                </a:cubicBezTo>
                <a:cubicBezTo>
                  <a:pt x="4966" y="20067"/>
                  <a:pt x="3119" y="21518"/>
                  <a:pt x="3119" y="21518"/>
                </a:cubicBezTo>
                <a:lnTo>
                  <a:pt x="12443" y="21518"/>
                </a:lnTo>
                <a:cubicBezTo>
                  <a:pt x="13033" y="18812"/>
                  <a:pt x="14155" y="19308"/>
                  <a:pt x="15134" y="19283"/>
                </a:cubicBezTo>
                <a:cubicBezTo>
                  <a:pt x="16113" y="19259"/>
                  <a:pt x="17322" y="19014"/>
                  <a:pt x="17120" y="17900"/>
                </a:cubicBezTo>
                <a:cubicBezTo>
                  <a:pt x="16985" y="17155"/>
                  <a:pt x="17153" y="16918"/>
                  <a:pt x="17484" y="16523"/>
                </a:cubicBezTo>
                <a:cubicBezTo>
                  <a:pt x="17816" y="16128"/>
                  <a:pt x="17156" y="15773"/>
                  <a:pt x="17156" y="15773"/>
                </a:cubicBezTo>
                <a:lnTo>
                  <a:pt x="17538" y="15588"/>
                </a:lnTo>
                <a:cubicBezTo>
                  <a:pt x="17720" y="15500"/>
                  <a:pt x="17812" y="15322"/>
                  <a:pt x="17766" y="15148"/>
                </a:cubicBezTo>
                <a:cubicBezTo>
                  <a:pt x="17747" y="15079"/>
                  <a:pt x="17727" y="14994"/>
                  <a:pt x="17702" y="14892"/>
                </a:cubicBezTo>
                <a:cubicBezTo>
                  <a:pt x="17620" y="14550"/>
                  <a:pt x="17798" y="14255"/>
                  <a:pt x="18132" y="14149"/>
                </a:cubicBezTo>
                <a:cubicBezTo>
                  <a:pt x="18431" y="14055"/>
                  <a:pt x="18645" y="13927"/>
                  <a:pt x="18795" y="13804"/>
                </a:cubicBezTo>
                <a:cubicBezTo>
                  <a:pt x="18999" y="13637"/>
                  <a:pt x="18997" y="13350"/>
                  <a:pt x="18845" y="13147"/>
                </a:cubicBezTo>
                <a:cubicBezTo>
                  <a:pt x="18291" y="12406"/>
                  <a:pt x="17726" y="11593"/>
                  <a:pt x="17336" y="11069"/>
                </a:cubicBezTo>
                <a:cubicBezTo>
                  <a:pt x="17098" y="10750"/>
                  <a:pt x="17117" y="10492"/>
                  <a:pt x="17201" y="10240"/>
                </a:cubicBezTo>
                <a:lnTo>
                  <a:pt x="14900" y="10240"/>
                </a:lnTo>
                <a:close/>
                <a:moveTo>
                  <a:pt x="5775" y="11030"/>
                </a:moveTo>
                <a:cubicBezTo>
                  <a:pt x="5870" y="11039"/>
                  <a:pt x="5955" y="11094"/>
                  <a:pt x="5985" y="11177"/>
                </a:cubicBezTo>
                <a:cubicBezTo>
                  <a:pt x="6024" y="11287"/>
                  <a:pt x="5950" y="11404"/>
                  <a:pt x="5820" y="11438"/>
                </a:cubicBezTo>
                <a:cubicBezTo>
                  <a:pt x="5691" y="11472"/>
                  <a:pt x="5553" y="11409"/>
                  <a:pt x="5514" y="11298"/>
                </a:cubicBezTo>
                <a:cubicBezTo>
                  <a:pt x="5474" y="11188"/>
                  <a:pt x="5548" y="11071"/>
                  <a:pt x="5678" y="11037"/>
                </a:cubicBezTo>
                <a:cubicBezTo>
                  <a:pt x="5710" y="11029"/>
                  <a:pt x="5743" y="11027"/>
                  <a:pt x="5775" y="11030"/>
                </a:cubicBezTo>
                <a:close/>
                <a:moveTo>
                  <a:pt x="4911" y="11253"/>
                </a:moveTo>
                <a:cubicBezTo>
                  <a:pt x="5007" y="11261"/>
                  <a:pt x="5092" y="11318"/>
                  <a:pt x="5121" y="11401"/>
                </a:cubicBezTo>
                <a:cubicBezTo>
                  <a:pt x="5161" y="11511"/>
                  <a:pt x="5089" y="11627"/>
                  <a:pt x="4959" y="11660"/>
                </a:cubicBezTo>
                <a:cubicBezTo>
                  <a:pt x="4829" y="11694"/>
                  <a:pt x="4692" y="11633"/>
                  <a:pt x="4652" y="11522"/>
                </a:cubicBezTo>
                <a:cubicBezTo>
                  <a:pt x="4613" y="11412"/>
                  <a:pt x="4685" y="11295"/>
                  <a:pt x="4814" y="11261"/>
                </a:cubicBezTo>
                <a:cubicBezTo>
                  <a:pt x="4847" y="11253"/>
                  <a:pt x="4880" y="11250"/>
                  <a:pt x="4911" y="11253"/>
                </a:cubicBezTo>
                <a:close/>
                <a:moveTo>
                  <a:pt x="4050" y="11477"/>
                </a:moveTo>
                <a:cubicBezTo>
                  <a:pt x="4145" y="11485"/>
                  <a:pt x="4230" y="11540"/>
                  <a:pt x="4260" y="11623"/>
                </a:cubicBezTo>
                <a:cubicBezTo>
                  <a:pt x="4300" y="11734"/>
                  <a:pt x="4225" y="11851"/>
                  <a:pt x="4096" y="11884"/>
                </a:cubicBezTo>
                <a:cubicBezTo>
                  <a:pt x="3966" y="11918"/>
                  <a:pt x="3828" y="11857"/>
                  <a:pt x="3789" y="11746"/>
                </a:cubicBezTo>
                <a:cubicBezTo>
                  <a:pt x="3749" y="11636"/>
                  <a:pt x="3823" y="11519"/>
                  <a:pt x="3953" y="11485"/>
                </a:cubicBezTo>
                <a:cubicBezTo>
                  <a:pt x="3985" y="11477"/>
                  <a:pt x="4018" y="11474"/>
                  <a:pt x="4050" y="11477"/>
                </a:cubicBezTo>
                <a:close/>
                <a:moveTo>
                  <a:pt x="3189" y="11701"/>
                </a:moveTo>
                <a:cubicBezTo>
                  <a:pt x="3284" y="11709"/>
                  <a:pt x="3367" y="11764"/>
                  <a:pt x="3397" y="11847"/>
                </a:cubicBezTo>
                <a:cubicBezTo>
                  <a:pt x="3436" y="11958"/>
                  <a:pt x="3364" y="12075"/>
                  <a:pt x="3234" y="12108"/>
                </a:cubicBezTo>
                <a:cubicBezTo>
                  <a:pt x="3104" y="12142"/>
                  <a:pt x="2967" y="12079"/>
                  <a:pt x="2927" y="11968"/>
                </a:cubicBezTo>
                <a:cubicBezTo>
                  <a:pt x="2888" y="11858"/>
                  <a:pt x="2962" y="11741"/>
                  <a:pt x="3092" y="11707"/>
                </a:cubicBezTo>
                <a:cubicBezTo>
                  <a:pt x="3124" y="11699"/>
                  <a:pt x="3157" y="11698"/>
                  <a:pt x="3189" y="11701"/>
                </a:cubicBezTo>
                <a:close/>
                <a:moveTo>
                  <a:pt x="2325" y="11923"/>
                </a:moveTo>
                <a:cubicBezTo>
                  <a:pt x="2420" y="11931"/>
                  <a:pt x="2505" y="11987"/>
                  <a:pt x="2535" y="12069"/>
                </a:cubicBezTo>
                <a:cubicBezTo>
                  <a:pt x="2575" y="12180"/>
                  <a:pt x="2503" y="12297"/>
                  <a:pt x="2373" y="12331"/>
                </a:cubicBezTo>
                <a:cubicBezTo>
                  <a:pt x="2243" y="12364"/>
                  <a:pt x="2105" y="12303"/>
                  <a:pt x="2066" y="12192"/>
                </a:cubicBezTo>
                <a:cubicBezTo>
                  <a:pt x="2026" y="12082"/>
                  <a:pt x="2098" y="11965"/>
                  <a:pt x="2228" y="11931"/>
                </a:cubicBezTo>
                <a:cubicBezTo>
                  <a:pt x="2261" y="11923"/>
                  <a:pt x="2293" y="11920"/>
                  <a:pt x="2325" y="11923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73" name="Casque"/>
          <p:cNvSpPr/>
          <p:nvPr/>
        </p:nvSpPr>
        <p:spPr>
          <a:xfrm>
            <a:off x="8237895" y="23572321"/>
            <a:ext cx="791694" cy="952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30" h="21518" fill="norm" stroke="1" extrusionOk="0">
                <a:moveTo>
                  <a:pt x="9244" y="4"/>
                </a:moveTo>
                <a:cubicBezTo>
                  <a:pt x="5439" y="89"/>
                  <a:pt x="689" y="3406"/>
                  <a:pt x="842" y="8320"/>
                </a:cubicBezTo>
                <a:cubicBezTo>
                  <a:pt x="61" y="9004"/>
                  <a:pt x="-415" y="9826"/>
                  <a:pt x="501" y="9829"/>
                </a:cubicBezTo>
                <a:cubicBezTo>
                  <a:pt x="1190" y="9832"/>
                  <a:pt x="19460" y="9829"/>
                  <a:pt x="20659" y="9829"/>
                </a:cubicBezTo>
                <a:cubicBezTo>
                  <a:pt x="21078" y="9829"/>
                  <a:pt x="21185" y="9479"/>
                  <a:pt x="20752" y="9159"/>
                </a:cubicBezTo>
                <a:cubicBezTo>
                  <a:pt x="20319" y="8839"/>
                  <a:pt x="18764" y="7947"/>
                  <a:pt x="18118" y="7601"/>
                </a:cubicBezTo>
                <a:cubicBezTo>
                  <a:pt x="18064" y="5863"/>
                  <a:pt x="16627" y="3075"/>
                  <a:pt x="16219" y="2702"/>
                </a:cubicBezTo>
                <a:cubicBezTo>
                  <a:pt x="15788" y="2442"/>
                  <a:pt x="15205" y="2330"/>
                  <a:pt x="15205" y="2330"/>
                </a:cubicBezTo>
                <a:lnTo>
                  <a:pt x="14948" y="1292"/>
                </a:lnTo>
                <a:cubicBezTo>
                  <a:pt x="14948" y="1292"/>
                  <a:pt x="13050" y="-82"/>
                  <a:pt x="9244" y="4"/>
                </a:cubicBezTo>
                <a:close/>
                <a:moveTo>
                  <a:pt x="1996" y="10240"/>
                </a:moveTo>
                <a:cubicBezTo>
                  <a:pt x="2002" y="10434"/>
                  <a:pt x="2014" y="10625"/>
                  <a:pt x="2034" y="10813"/>
                </a:cubicBezTo>
                <a:cubicBezTo>
                  <a:pt x="2471" y="10713"/>
                  <a:pt x="2959" y="10599"/>
                  <a:pt x="3311" y="10513"/>
                </a:cubicBezTo>
                <a:cubicBezTo>
                  <a:pt x="3518" y="10463"/>
                  <a:pt x="3634" y="10387"/>
                  <a:pt x="3632" y="10301"/>
                </a:cubicBezTo>
                <a:lnTo>
                  <a:pt x="3608" y="10240"/>
                </a:lnTo>
                <a:lnTo>
                  <a:pt x="1996" y="10240"/>
                </a:lnTo>
                <a:close/>
                <a:moveTo>
                  <a:pt x="4139" y="10240"/>
                </a:moveTo>
                <a:cubicBezTo>
                  <a:pt x="4153" y="10345"/>
                  <a:pt x="4162" y="10759"/>
                  <a:pt x="3452" y="10931"/>
                </a:cubicBezTo>
                <a:cubicBezTo>
                  <a:pt x="2635" y="11129"/>
                  <a:pt x="1123" y="11468"/>
                  <a:pt x="1123" y="11468"/>
                </a:cubicBezTo>
                <a:lnTo>
                  <a:pt x="1757" y="13228"/>
                </a:lnTo>
                <a:lnTo>
                  <a:pt x="13165" y="10240"/>
                </a:lnTo>
                <a:lnTo>
                  <a:pt x="4139" y="10240"/>
                </a:lnTo>
                <a:close/>
                <a:moveTo>
                  <a:pt x="14900" y="10240"/>
                </a:moveTo>
                <a:lnTo>
                  <a:pt x="14266" y="10407"/>
                </a:lnTo>
                <a:lnTo>
                  <a:pt x="2737" y="13425"/>
                </a:lnTo>
                <a:cubicBezTo>
                  <a:pt x="3404" y="15068"/>
                  <a:pt x="4316" y="16511"/>
                  <a:pt x="4563" y="17863"/>
                </a:cubicBezTo>
                <a:cubicBezTo>
                  <a:pt x="4966" y="20067"/>
                  <a:pt x="3119" y="21518"/>
                  <a:pt x="3119" y="21518"/>
                </a:cubicBezTo>
                <a:lnTo>
                  <a:pt x="12443" y="21518"/>
                </a:lnTo>
                <a:cubicBezTo>
                  <a:pt x="13033" y="18812"/>
                  <a:pt x="14155" y="19308"/>
                  <a:pt x="15134" y="19283"/>
                </a:cubicBezTo>
                <a:cubicBezTo>
                  <a:pt x="16113" y="19259"/>
                  <a:pt x="17322" y="19014"/>
                  <a:pt x="17120" y="17900"/>
                </a:cubicBezTo>
                <a:cubicBezTo>
                  <a:pt x="16985" y="17155"/>
                  <a:pt x="17153" y="16918"/>
                  <a:pt x="17484" y="16523"/>
                </a:cubicBezTo>
                <a:cubicBezTo>
                  <a:pt x="17816" y="16128"/>
                  <a:pt x="17156" y="15773"/>
                  <a:pt x="17156" y="15773"/>
                </a:cubicBezTo>
                <a:lnTo>
                  <a:pt x="17538" y="15588"/>
                </a:lnTo>
                <a:cubicBezTo>
                  <a:pt x="17720" y="15500"/>
                  <a:pt x="17812" y="15322"/>
                  <a:pt x="17766" y="15148"/>
                </a:cubicBezTo>
                <a:cubicBezTo>
                  <a:pt x="17747" y="15079"/>
                  <a:pt x="17727" y="14994"/>
                  <a:pt x="17702" y="14892"/>
                </a:cubicBezTo>
                <a:cubicBezTo>
                  <a:pt x="17620" y="14550"/>
                  <a:pt x="17798" y="14255"/>
                  <a:pt x="18132" y="14149"/>
                </a:cubicBezTo>
                <a:cubicBezTo>
                  <a:pt x="18431" y="14055"/>
                  <a:pt x="18645" y="13927"/>
                  <a:pt x="18795" y="13804"/>
                </a:cubicBezTo>
                <a:cubicBezTo>
                  <a:pt x="18999" y="13637"/>
                  <a:pt x="18997" y="13350"/>
                  <a:pt x="18845" y="13147"/>
                </a:cubicBezTo>
                <a:cubicBezTo>
                  <a:pt x="18291" y="12406"/>
                  <a:pt x="17726" y="11593"/>
                  <a:pt x="17336" y="11069"/>
                </a:cubicBezTo>
                <a:cubicBezTo>
                  <a:pt x="17098" y="10750"/>
                  <a:pt x="17117" y="10492"/>
                  <a:pt x="17201" y="10240"/>
                </a:cubicBezTo>
                <a:lnTo>
                  <a:pt x="14900" y="10240"/>
                </a:lnTo>
                <a:close/>
                <a:moveTo>
                  <a:pt x="5775" y="11030"/>
                </a:moveTo>
                <a:cubicBezTo>
                  <a:pt x="5870" y="11039"/>
                  <a:pt x="5955" y="11094"/>
                  <a:pt x="5985" y="11177"/>
                </a:cubicBezTo>
                <a:cubicBezTo>
                  <a:pt x="6024" y="11287"/>
                  <a:pt x="5950" y="11404"/>
                  <a:pt x="5820" y="11438"/>
                </a:cubicBezTo>
                <a:cubicBezTo>
                  <a:pt x="5691" y="11472"/>
                  <a:pt x="5553" y="11409"/>
                  <a:pt x="5514" y="11298"/>
                </a:cubicBezTo>
                <a:cubicBezTo>
                  <a:pt x="5474" y="11188"/>
                  <a:pt x="5548" y="11071"/>
                  <a:pt x="5678" y="11037"/>
                </a:cubicBezTo>
                <a:cubicBezTo>
                  <a:pt x="5710" y="11029"/>
                  <a:pt x="5743" y="11027"/>
                  <a:pt x="5775" y="11030"/>
                </a:cubicBezTo>
                <a:close/>
                <a:moveTo>
                  <a:pt x="4911" y="11253"/>
                </a:moveTo>
                <a:cubicBezTo>
                  <a:pt x="5007" y="11261"/>
                  <a:pt x="5092" y="11318"/>
                  <a:pt x="5121" y="11401"/>
                </a:cubicBezTo>
                <a:cubicBezTo>
                  <a:pt x="5161" y="11511"/>
                  <a:pt x="5089" y="11627"/>
                  <a:pt x="4959" y="11660"/>
                </a:cubicBezTo>
                <a:cubicBezTo>
                  <a:pt x="4829" y="11694"/>
                  <a:pt x="4692" y="11633"/>
                  <a:pt x="4652" y="11522"/>
                </a:cubicBezTo>
                <a:cubicBezTo>
                  <a:pt x="4613" y="11412"/>
                  <a:pt x="4685" y="11295"/>
                  <a:pt x="4814" y="11261"/>
                </a:cubicBezTo>
                <a:cubicBezTo>
                  <a:pt x="4847" y="11253"/>
                  <a:pt x="4880" y="11250"/>
                  <a:pt x="4911" y="11253"/>
                </a:cubicBezTo>
                <a:close/>
                <a:moveTo>
                  <a:pt x="4050" y="11477"/>
                </a:moveTo>
                <a:cubicBezTo>
                  <a:pt x="4145" y="11485"/>
                  <a:pt x="4230" y="11540"/>
                  <a:pt x="4260" y="11623"/>
                </a:cubicBezTo>
                <a:cubicBezTo>
                  <a:pt x="4300" y="11734"/>
                  <a:pt x="4225" y="11851"/>
                  <a:pt x="4096" y="11884"/>
                </a:cubicBezTo>
                <a:cubicBezTo>
                  <a:pt x="3966" y="11918"/>
                  <a:pt x="3828" y="11857"/>
                  <a:pt x="3789" y="11746"/>
                </a:cubicBezTo>
                <a:cubicBezTo>
                  <a:pt x="3749" y="11636"/>
                  <a:pt x="3823" y="11519"/>
                  <a:pt x="3953" y="11485"/>
                </a:cubicBezTo>
                <a:cubicBezTo>
                  <a:pt x="3985" y="11477"/>
                  <a:pt x="4018" y="11474"/>
                  <a:pt x="4050" y="11477"/>
                </a:cubicBezTo>
                <a:close/>
                <a:moveTo>
                  <a:pt x="3189" y="11701"/>
                </a:moveTo>
                <a:cubicBezTo>
                  <a:pt x="3284" y="11709"/>
                  <a:pt x="3367" y="11764"/>
                  <a:pt x="3397" y="11847"/>
                </a:cubicBezTo>
                <a:cubicBezTo>
                  <a:pt x="3436" y="11958"/>
                  <a:pt x="3364" y="12075"/>
                  <a:pt x="3234" y="12108"/>
                </a:cubicBezTo>
                <a:cubicBezTo>
                  <a:pt x="3104" y="12142"/>
                  <a:pt x="2967" y="12079"/>
                  <a:pt x="2927" y="11968"/>
                </a:cubicBezTo>
                <a:cubicBezTo>
                  <a:pt x="2888" y="11858"/>
                  <a:pt x="2962" y="11741"/>
                  <a:pt x="3092" y="11707"/>
                </a:cubicBezTo>
                <a:cubicBezTo>
                  <a:pt x="3124" y="11699"/>
                  <a:pt x="3157" y="11698"/>
                  <a:pt x="3189" y="11701"/>
                </a:cubicBezTo>
                <a:close/>
                <a:moveTo>
                  <a:pt x="2325" y="11923"/>
                </a:moveTo>
                <a:cubicBezTo>
                  <a:pt x="2420" y="11931"/>
                  <a:pt x="2505" y="11987"/>
                  <a:pt x="2535" y="12069"/>
                </a:cubicBezTo>
                <a:cubicBezTo>
                  <a:pt x="2575" y="12180"/>
                  <a:pt x="2503" y="12297"/>
                  <a:pt x="2373" y="12331"/>
                </a:cubicBezTo>
                <a:cubicBezTo>
                  <a:pt x="2243" y="12364"/>
                  <a:pt x="2105" y="12303"/>
                  <a:pt x="2066" y="12192"/>
                </a:cubicBezTo>
                <a:cubicBezTo>
                  <a:pt x="2026" y="12082"/>
                  <a:pt x="2098" y="11965"/>
                  <a:pt x="2228" y="11931"/>
                </a:cubicBezTo>
                <a:cubicBezTo>
                  <a:pt x="2261" y="11923"/>
                  <a:pt x="2293" y="11920"/>
                  <a:pt x="2325" y="11923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74" name="Casque"/>
          <p:cNvSpPr/>
          <p:nvPr/>
        </p:nvSpPr>
        <p:spPr>
          <a:xfrm>
            <a:off x="1328221" y="24846771"/>
            <a:ext cx="791694" cy="952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30" h="21518" fill="norm" stroke="1" extrusionOk="0">
                <a:moveTo>
                  <a:pt x="9244" y="4"/>
                </a:moveTo>
                <a:cubicBezTo>
                  <a:pt x="5439" y="89"/>
                  <a:pt x="689" y="3406"/>
                  <a:pt x="842" y="8320"/>
                </a:cubicBezTo>
                <a:cubicBezTo>
                  <a:pt x="61" y="9004"/>
                  <a:pt x="-415" y="9826"/>
                  <a:pt x="501" y="9829"/>
                </a:cubicBezTo>
                <a:cubicBezTo>
                  <a:pt x="1190" y="9832"/>
                  <a:pt x="19460" y="9829"/>
                  <a:pt x="20659" y="9829"/>
                </a:cubicBezTo>
                <a:cubicBezTo>
                  <a:pt x="21078" y="9829"/>
                  <a:pt x="21185" y="9479"/>
                  <a:pt x="20752" y="9159"/>
                </a:cubicBezTo>
                <a:cubicBezTo>
                  <a:pt x="20319" y="8839"/>
                  <a:pt x="18764" y="7947"/>
                  <a:pt x="18118" y="7601"/>
                </a:cubicBezTo>
                <a:cubicBezTo>
                  <a:pt x="18064" y="5863"/>
                  <a:pt x="16627" y="3075"/>
                  <a:pt x="16219" y="2702"/>
                </a:cubicBezTo>
                <a:cubicBezTo>
                  <a:pt x="15788" y="2442"/>
                  <a:pt x="15205" y="2330"/>
                  <a:pt x="15205" y="2330"/>
                </a:cubicBezTo>
                <a:lnTo>
                  <a:pt x="14948" y="1292"/>
                </a:lnTo>
                <a:cubicBezTo>
                  <a:pt x="14948" y="1292"/>
                  <a:pt x="13050" y="-82"/>
                  <a:pt x="9244" y="4"/>
                </a:cubicBezTo>
                <a:close/>
                <a:moveTo>
                  <a:pt x="1996" y="10240"/>
                </a:moveTo>
                <a:cubicBezTo>
                  <a:pt x="2002" y="10434"/>
                  <a:pt x="2014" y="10625"/>
                  <a:pt x="2034" y="10813"/>
                </a:cubicBezTo>
                <a:cubicBezTo>
                  <a:pt x="2471" y="10713"/>
                  <a:pt x="2959" y="10599"/>
                  <a:pt x="3311" y="10513"/>
                </a:cubicBezTo>
                <a:cubicBezTo>
                  <a:pt x="3518" y="10463"/>
                  <a:pt x="3634" y="10387"/>
                  <a:pt x="3632" y="10301"/>
                </a:cubicBezTo>
                <a:lnTo>
                  <a:pt x="3608" y="10240"/>
                </a:lnTo>
                <a:lnTo>
                  <a:pt x="1996" y="10240"/>
                </a:lnTo>
                <a:close/>
                <a:moveTo>
                  <a:pt x="4139" y="10240"/>
                </a:moveTo>
                <a:cubicBezTo>
                  <a:pt x="4153" y="10345"/>
                  <a:pt x="4162" y="10759"/>
                  <a:pt x="3452" y="10931"/>
                </a:cubicBezTo>
                <a:cubicBezTo>
                  <a:pt x="2635" y="11129"/>
                  <a:pt x="1123" y="11468"/>
                  <a:pt x="1123" y="11468"/>
                </a:cubicBezTo>
                <a:lnTo>
                  <a:pt x="1757" y="13228"/>
                </a:lnTo>
                <a:lnTo>
                  <a:pt x="13165" y="10240"/>
                </a:lnTo>
                <a:lnTo>
                  <a:pt x="4139" y="10240"/>
                </a:lnTo>
                <a:close/>
                <a:moveTo>
                  <a:pt x="14900" y="10240"/>
                </a:moveTo>
                <a:lnTo>
                  <a:pt x="14266" y="10407"/>
                </a:lnTo>
                <a:lnTo>
                  <a:pt x="2737" y="13425"/>
                </a:lnTo>
                <a:cubicBezTo>
                  <a:pt x="3404" y="15068"/>
                  <a:pt x="4316" y="16511"/>
                  <a:pt x="4563" y="17863"/>
                </a:cubicBezTo>
                <a:cubicBezTo>
                  <a:pt x="4966" y="20067"/>
                  <a:pt x="3119" y="21518"/>
                  <a:pt x="3119" y="21518"/>
                </a:cubicBezTo>
                <a:lnTo>
                  <a:pt x="12443" y="21518"/>
                </a:lnTo>
                <a:cubicBezTo>
                  <a:pt x="13033" y="18812"/>
                  <a:pt x="14155" y="19308"/>
                  <a:pt x="15134" y="19283"/>
                </a:cubicBezTo>
                <a:cubicBezTo>
                  <a:pt x="16113" y="19259"/>
                  <a:pt x="17322" y="19014"/>
                  <a:pt x="17120" y="17900"/>
                </a:cubicBezTo>
                <a:cubicBezTo>
                  <a:pt x="16985" y="17155"/>
                  <a:pt x="17153" y="16918"/>
                  <a:pt x="17484" y="16523"/>
                </a:cubicBezTo>
                <a:cubicBezTo>
                  <a:pt x="17816" y="16128"/>
                  <a:pt x="17156" y="15773"/>
                  <a:pt x="17156" y="15773"/>
                </a:cubicBezTo>
                <a:lnTo>
                  <a:pt x="17538" y="15588"/>
                </a:lnTo>
                <a:cubicBezTo>
                  <a:pt x="17720" y="15500"/>
                  <a:pt x="17812" y="15322"/>
                  <a:pt x="17766" y="15148"/>
                </a:cubicBezTo>
                <a:cubicBezTo>
                  <a:pt x="17747" y="15079"/>
                  <a:pt x="17727" y="14994"/>
                  <a:pt x="17702" y="14892"/>
                </a:cubicBezTo>
                <a:cubicBezTo>
                  <a:pt x="17620" y="14550"/>
                  <a:pt x="17798" y="14255"/>
                  <a:pt x="18132" y="14149"/>
                </a:cubicBezTo>
                <a:cubicBezTo>
                  <a:pt x="18431" y="14055"/>
                  <a:pt x="18645" y="13927"/>
                  <a:pt x="18795" y="13804"/>
                </a:cubicBezTo>
                <a:cubicBezTo>
                  <a:pt x="18999" y="13637"/>
                  <a:pt x="18997" y="13350"/>
                  <a:pt x="18845" y="13147"/>
                </a:cubicBezTo>
                <a:cubicBezTo>
                  <a:pt x="18291" y="12406"/>
                  <a:pt x="17726" y="11593"/>
                  <a:pt x="17336" y="11069"/>
                </a:cubicBezTo>
                <a:cubicBezTo>
                  <a:pt x="17098" y="10750"/>
                  <a:pt x="17117" y="10492"/>
                  <a:pt x="17201" y="10240"/>
                </a:cubicBezTo>
                <a:lnTo>
                  <a:pt x="14900" y="10240"/>
                </a:lnTo>
                <a:close/>
                <a:moveTo>
                  <a:pt x="5775" y="11030"/>
                </a:moveTo>
                <a:cubicBezTo>
                  <a:pt x="5870" y="11039"/>
                  <a:pt x="5955" y="11094"/>
                  <a:pt x="5985" y="11177"/>
                </a:cubicBezTo>
                <a:cubicBezTo>
                  <a:pt x="6024" y="11287"/>
                  <a:pt x="5950" y="11404"/>
                  <a:pt x="5820" y="11438"/>
                </a:cubicBezTo>
                <a:cubicBezTo>
                  <a:pt x="5691" y="11472"/>
                  <a:pt x="5553" y="11409"/>
                  <a:pt x="5514" y="11298"/>
                </a:cubicBezTo>
                <a:cubicBezTo>
                  <a:pt x="5474" y="11188"/>
                  <a:pt x="5548" y="11071"/>
                  <a:pt x="5678" y="11037"/>
                </a:cubicBezTo>
                <a:cubicBezTo>
                  <a:pt x="5710" y="11029"/>
                  <a:pt x="5743" y="11027"/>
                  <a:pt x="5775" y="11030"/>
                </a:cubicBezTo>
                <a:close/>
                <a:moveTo>
                  <a:pt x="4911" y="11253"/>
                </a:moveTo>
                <a:cubicBezTo>
                  <a:pt x="5007" y="11261"/>
                  <a:pt x="5092" y="11318"/>
                  <a:pt x="5121" y="11401"/>
                </a:cubicBezTo>
                <a:cubicBezTo>
                  <a:pt x="5161" y="11511"/>
                  <a:pt x="5089" y="11627"/>
                  <a:pt x="4959" y="11660"/>
                </a:cubicBezTo>
                <a:cubicBezTo>
                  <a:pt x="4829" y="11694"/>
                  <a:pt x="4692" y="11633"/>
                  <a:pt x="4652" y="11522"/>
                </a:cubicBezTo>
                <a:cubicBezTo>
                  <a:pt x="4613" y="11412"/>
                  <a:pt x="4685" y="11295"/>
                  <a:pt x="4814" y="11261"/>
                </a:cubicBezTo>
                <a:cubicBezTo>
                  <a:pt x="4847" y="11253"/>
                  <a:pt x="4880" y="11250"/>
                  <a:pt x="4911" y="11253"/>
                </a:cubicBezTo>
                <a:close/>
                <a:moveTo>
                  <a:pt x="4050" y="11477"/>
                </a:moveTo>
                <a:cubicBezTo>
                  <a:pt x="4145" y="11485"/>
                  <a:pt x="4230" y="11540"/>
                  <a:pt x="4260" y="11623"/>
                </a:cubicBezTo>
                <a:cubicBezTo>
                  <a:pt x="4300" y="11734"/>
                  <a:pt x="4225" y="11851"/>
                  <a:pt x="4096" y="11884"/>
                </a:cubicBezTo>
                <a:cubicBezTo>
                  <a:pt x="3966" y="11918"/>
                  <a:pt x="3828" y="11857"/>
                  <a:pt x="3789" y="11746"/>
                </a:cubicBezTo>
                <a:cubicBezTo>
                  <a:pt x="3749" y="11636"/>
                  <a:pt x="3823" y="11519"/>
                  <a:pt x="3953" y="11485"/>
                </a:cubicBezTo>
                <a:cubicBezTo>
                  <a:pt x="3985" y="11477"/>
                  <a:pt x="4018" y="11474"/>
                  <a:pt x="4050" y="11477"/>
                </a:cubicBezTo>
                <a:close/>
                <a:moveTo>
                  <a:pt x="3189" y="11701"/>
                </a:moveTo>
                <a:cubicBezTo>
                  <a:pt x="3284" y="11709"/>
                  <a:pt x="3367" y="11764"/>
                  <a:pt x="3397" y="11847"/>
                </a:cubicBezTo>
                <a:cubicBezTo>
                  <a:pt x="3436" y="11958"/>
                  <a:pt x="3364" y="12075"/>
                  <a:pt x="3234" y="12108"/>
                </a:cubicBezTo>
                <a:cubicBezTo>
                  <a:pt x="3104" y="12142"/>
                  <a:pt x="2967" y="12079"/>
                  <a:pt x="2927" y="11968"/>
                </a:cubicBezTo>
                <a:cubicBezTo>
                  <a:pt x="2888" y="11858"/>
                  <a:pt x="2962" y="11741"/>
                  <a:pt x="3092" y="11707"/>
                </a:cubicBezTo>
                <a:cubicBezTo>
                  <a:pt x="3124" y="11699"/>
                  <a:pt x="3157" y="11698"/>
                  <a:pt x="3189" y="11701"/>
                </a:cubicBezTo>
                <a:close/>
                <a:moveTo>
                  <a:pt x="2325" y="11923"/>
                </a:moveTo>
                <a:cubicBezTo>
                  <a:pt x="2420" y="11931"/>
                  <a:pt x="2505" y="11987"/>
                  <a:pt x="2535" y="12069"/>
                </a:cubicBezTo>
                <a:cubicBezTo>
                  <a:pt x="2575" y="12180"/>
                  <a:pt x="2503" y="12297"/>
                  <a:pt x="2373" y="12331"/>
                </a:cubicBezTo>
                <a:cubicBezTo>
                  <a:pt x="2243" y="12364"/>
                  <a:pt x="2105" y="12303"/>
                  <a:pt x="2066" y="12192"/>
                </a:cubicBezTo>
                <a:cubicBezTo>
                  <a:pt x="2026" y="12082"/>
                  <a:pt x="2098" y="11965"/>
                  <a:pt x="2228" y="11931"/>
                </a:cubicBezTo>
                <a:cubicBezTo>
                  <a:pt x="2261" y="11923"/>
                  <a:pt x="2293" y="11920"/>
                  <a:pt x="2325" y="11923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75" name="D  Execution Mode"/>
          <p:cNvSpPr txBox="1"/>
          <p:nvPr/>
        </p:nvSpPr>
        <p:spPr>
          <a:xfrm>
            <a:off x="814040" y="22838205"/>
            <a:ext cx="5865284" cy="8824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076" tIns="63076" rIns="63076" bIns="63076" anchor="ctr">
            <a:spAutoFit/>
          </a:bodyPr>
          <a:lstStyle>
            <a:lvl1pPr>
              <a:defRPr b="1" sz="5000"/>
            </a:lvl1pPr>
          </a:lstStyle>
          <a:p>
            <a:pPr/>
            <a:r>
              <a:t>D  Execution Mode</a:t>
            </a:r>
          </a:p>
        </p:txBody>
      </p:sp>
      <p:sp>
        <p:nvSpPr>
          <p:cNvPr id="176" name="Flèche"/>
          <p:cNvSpPr/>
          <p:nvPr/>
        </p:nvSpPr>
        <p:spPr>
          <a:xfrm>
            <a:off x="2536468" y="24982089"/>
            <a:ext cx="2519738" cy="681865"/>
          </a:xfrm>
          <a:prstGeom prst="rightArrow">
            <a:avLst>
              <a:gd name="adj1" fmla="val 38720"/>
              <a:gd name="adj2" fmla="val 119906"/>
            </a:avLst>
          </a:prstGeom>
          <a:gradFill>
            <a:gsLst>
              <a:gs pos="0">
                <a:srgbClr val="D5D5D5"/>
              </a:gs>
              <a:gs pos="100000">
                <a:srgbClr val="000000"/>
              </a:gs>
            </a:gsLst>
            <a:lin ang="21449088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77" name="Flèche"/>
          <p:cNvSpPr/>
          <p:nvPr/>
        </p:nvSpPr>
        <p:spPr>
          <a:xfrm>
            <a:off x="2349108" y="28465658"/>
            <a:ext cx="2519738" cy="681865"/>
          </a:xfrm>
          <a:prstGeom prst="rightArrow">
            <a:avLst>
              <a:gd name="adj1" fmla="val 38720"/>
              <a:gd name="adj2" fmla="val 119906"/>
            </a:avLst>
          </a:prstGeom>
          <a:gradFill>
            <a:gsLst>
              <a:gs pos="0">
                <a:srgbClr val="D5D5D5"/>
              </a:gs>
              <a:gs pos="100000">
                <a:srgbClr val="000000"/>
              </a:gs>
            </a:gsLst>
            <a:lin ang="21449088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78" name="Flèche"/>
          <p:cNvSpPr/>
          <p:nvPr/>
        </p:nvSpPr>
        <p:spPr>
          <a:xfrm>
            <a:off x="9175370" y="23707639"/>
            <a:ext cx="2519737" cy="681865"/>
          </a:xfrm>
          <a:prstGeom prst="rightArrow">
            <a:avLst>
              <a:gd name="adj1" fmla="val 38720"/>
              <a:gd name="adj2" fmla="val 119906"/>
            </a:avLst>
          </a:prstGeom>
          <a:gradFill>
            <a:gsLst>
              <a:gs pos="0">
                <a:srgbClr val="D5D5D5"/>
              </a:gs>
              <a:gs pos="100000">
                <a:srgbClr val="000000"/>
              </a:gs>
            </a:gsLst>
            <a:lin ang="21449088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79" name="Éclair"/>
          <p:cNvSpPr/>
          <p:nvPr/>
        </p:nvSpPr>
        <p:spPr>
          <a:xfrm>
            <a:off x="5376775" y="24611821"/>
            <a:ext cx="732551" cy="14224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83" fill="norm" stroke="1" extrusionOk="0">
                <a:moveTo>
                  <a:pt x="19015" y="0"/>
                </a:moveTo>
                <a:lnTo>
                  <a:pt x="0" y="12374"/>
                </a:lnTo>
                <a:lnTo>
                  <a:pt x="9106" y="12448"/>
                </a:lnTo>
                <a:cubicBezTo>
                  <a:pt x="9106" y="12448"/>
                  <a:pt x="3935" y="21161"/>
                  <a:pt x="3791" y="21380"/>
                </a:cubicBezTo>
                <a:cubicBezTo>
                  <a:pt x="3648" y="21600"/>
                  <a:pt x="21600" y="9446"/>
                  <a:pt x="21600" y="9446"/>
                </a:cubicBezTo>
                <a:lnTo>
                  <a:pt x="12838" y="9446"/>
                </a:lnTo>
                <a:lnTo>
                  <a:pt x="19015" y="0"/>
                </a:lnTo>
                <a:close/>
              </a:path>
            </a:pathLst>
          </a:custGeom>
          <a:solidFill>
            <a:schemeClr val="accent4">
              <a:hueOff val="-461056"/>
              <a:satOff val="4338"/>
              <a:lumOff val="-10225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80" name="Éclair"/>
          <p:cNvSpPr/>
          <p:nvPr/>
        </p:nvSpPr>
        <p:spPr>
          <a:xfrm>
            <a:off x="5087925" y="27860440"/>
            <a:ext cx="732551" cy="14224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83" fill="norm" stroke="1" extrusionOk="0">
                <a:moveTo>
                  <a:pt x="19015" y="0"/>
                </a:moveTo>
                <a:lnTo>
                  <a:pt x="0" y="12374"/>
                </a:lnTo>
                <a:lnTo>
                  <a:pt x="9106" y="12448"/>
                </a:lnTo>
                <a:cubicBezTo>
                  <a:pt x="9106" y="12448"/>
                  <a:pt x="3935" y="21161"/>
                  <a:pt x="3791" y="21380"/>
                </a:cubicBezTo>
                <a:cubicBezTo>
                  <a:pt x="3648" y="21600"/>
                  <a:pt x="21600" y="9446"/>
                  <a:pt x="21600" y="9446"/>
                </a:cubicBezTo>
                <a:lnTo>
                  <a:pt x="12838" y="9446"/>
                </a:lnTo>
                <a:lnTo>
                  <a:pt x="19015" y="0"/>
                </a:lnTo>
                <a:close/>
              </a:path>
            </a:pathLst>
          </a:custGeom>
          <a:solidFill>
            <a:schemeClr val="accent4">
              <a:hueOff val="-461056"/>
              <a:satOff val="4338"/>
              <a:lumOff val="-10225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81" name="Éclair"/>
          <p:cNvSpPr/>
          <p:nvPr/>
        </p:nvSpPr>
        <p:spPr>
          <a:xfrm>
            <a:off x="11946121" y="23008268"/>
            <a:ext cx="732550" cy="14224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83" fill="norm" stroke="1" extrusionOk="0">
                <a:moveTo>
                  <a:pt x="19015" y="0"/>
                </a:moveTo>
                <a:lnTo>
                  <a:pt x="0" y="12374"/>
                </a:lnTo>
                <a:lnTo>
                  <a:pt x="9106" y="12448"/>
                </a:lnTo>
                <a:cubicBezTo>
                  <a:pt x="9106" y="12448"/>
                  <a:pt x="3935" y="21161"/>
                  <a:pt x="3791" y="21380"/>
                </a:cubicBezTo>
                <a:cubicBezTo>
                  <a:pt x="3648" y="21600"/>
                  <a:pt x="21600" y="9446"/>
                  <a:pt x="21600" y="9446"/>
                </a:cubicBezTo>
                <a:lnTo>
                  <a:pt x="12838" y="9446"/>
                </a:lnTo>
                <a:lnTo>
                  <a:pt x="19015" y="0"/>
                </a:lnTo>
                <a:close/>
              </a:path>
            </a:pathLst>
          </a:custGeom>
          <a:solidFill>
            <a:schemeClr val="accent4">
              <a:hueOff val="-461056"/>
              <a:satOff val="4338"/>
              <a:lumOff val="-10225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82" name="Alone"/>
          <p:cNvSpPr txBox="1"/>
          <p:nvPr/>
        </p:nvSpPr>
        <p:spPr>
          <a:xfrm>
            <a:off x="2927685" y="24360043"/>
            <a:ext cx="1348339" cy="65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076" tIns="63076" rIns="63076" bIns="63076" anchor="ctr">
            <a:spAutoFit/>
          </a:bodyPr>
          <a:lstStyle>
            <a:lvl1pPr>
              <a:defRPr b="1" sz="350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defRPr>
            </a:lvl1pPr>
          </a:lstStyle>
          <a:p>
            <a:pPr/>
            <a:r>
              <a:t>Alone</a:t>
            </a:r>
          </a:p>
        </p:txBody>
      </p:sp>
      <p:sp>
        <p:nvSpPr>
          <p:cNvPr id="183" name="Teaching"/>
          <p:cNvSpPr txBox="1"/>
          <p:nvPr/>
        </p:nvSpPr>
        <p:spPr>
          <a:xfrm>
            <a:off x="2293014" y="27714740"/>
            <a:ext cx="2039981" cy="659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076" tIns="63076" rIns="63076" bIns="63076" anchor="ctr">
            <a:spAutoFit/>
          </a:bodyPr>
          <a:lstStyle>
            <a:lvl1pPr>
              <a:defRPr b="1" sz="3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</a:defRPr>
            </a:lvl1pPr>
          </a:lstStyle>
          <a:p>
            <a:pPr/>
            <a:r>
              <a:t>Teaching</a:t>
            </a:r>
          </a:p>
        </p:txBody>
      </p:sp>
      <p:sp>
        <p:nvSpPr>
          <p:cNvPr id="184" name="Collaboration"/>
          <p:cNvSpPr txBox="1"/>
          <p:nvPr/>
        </p:nvSpPr>
        <p:spPr>
          <a:xfrm>
            <a:off x="8716143" y="22889325"/>
            <a:ext cx="3001879" cy="65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076" tIns="63076" rIns="63076" bIns="63076" anchor="ctr">
            <a:spAutoFit/>
          </a:bodyPr>
          <a:lstStyle>
            <a:lvl1pPr>
              <a:defRPr b="1" sz="3500">
                <a:solidFill>
                  <a:schemeClr val="accent1">
                    <a:lumOff val="-13575"/>
                  </a:schemeClr>
                </a:solidFill>
              </a:defRPr>
            </a:lvl1pPr>
          </a:lstStyle>
          <a:p>
            <a:pPr/>
            <a:r>
              <a:t>Collaboration</a:t>
            </a:r>
          </a:p>
        </p:txBody>
      </p:sp>
      <p:sp>
        <p:nvSpPr>
          <p:cNvPr id="185" name="Un opérateur qualifié réalise l’opération seul"/>
          <p:cNvSpPr txBox="1"/>
          <p:nvPr/>
        </p:nvSpPr>
        <p:spPr>
          <a:xfrm>
            <a:off x="852782" y="26159942"/>
            <a:ext cx="5747809" cy="878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076" tIns="63076" rIns="63076" bIns="63076" anchor="ctr">
            <a:spAutoFit/>
          </a:bodyPr>
          <a:lstStyle/>
          <a:p>
            <a:pPr algn="ctr">
              <a:defRPr b="1" sz="2500"/>
            </a:pPr>
            <a:r>
              <a:t>Un </a:t>
            </a:r>
            <a:r>
              <a: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rPr>
              <a:t>opérateur qualifié</a:t>
            </a:r>
            <a:r>
              <a:t> réalise l’opération seul</a:t>
            </a:r>
          </a:p>
        </p:txBody>
      </p:sp>
      <p:sp>
        <p:nvSpPr>
          <p:cNvPr id="186" name="Deux opérateurs collaborent pour éxecuter l’opération"/>
          <p:cNvSpPr txBox="1"/>
          <p:nvPr/>
        </p:nvSpPr>
        <p:spPr>
          <a:xfrm>
            <a:off x="7188180" y="24580759"/>
            <a:ext cx="7293409" cy="878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076" tIns="63076" rIns="63076" bIns="63076" anchor="ctr">
            <a:spAutoFit/>
          </a:bodyPr>
          <a:lstStyle/>
          <a:p>
            <a:pPr algn="ctr">
              <a:defRPr b="1" sz="2500"/>
            </a:pPr>
            <a:r>
              <a:rPr>
                <a:solidFill>
                  <a:schemeClr val="accent1">
                    <a:lumOff val="-13575"/>
                  </a:schemeClr>
                </a:solidFill>
              </a:rPr>
              <a:t>Deux</a:t>
            </a:r>
            <a:r>
              <a:t> 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opérateurs collaborent</a:t>
            </a:r>
            <a:r>
              <a: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rPr>
              <a:t> </a:t>
            </a:r>
            <a:r>
              <a:t>pour éxecuter l’opération</a:t>
            </a:r>
          </a:p>
        </p:txBody>
      </p:sp>
      <p:sp>
        <p:nvSpPr>
          <p:cNvPr id="187" name="Réduction du temps…"/>
          <p:cNvSpPr txBox="1"/>
          <p:nvPr/>
        </p:nvSpPr>
        <p:spPr>
          <a:xfrm>
            <a:off x="7704860" y="25460338"/>
            <a:ext cx="7293410" cy="878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076" tIns="63076" rIns="63076" bIns="63076" anchor="ctr">
            <a:spAutoFit/>
          </a:bodyPr>
          <a:lstStyle/>
          <a:p>
            <a:pPr marL="423333" indent="-423333">
              <a:buSzPct val="125000"/>
              <a:buChar char="•"/>
              <a:defRPr b="1" sz="2500"/>
            </a:pPr>
            <a:r>
              <a:t>Réduction du temps </a:t>
            </a:r>
          </a:p>
          <a:p>
            <a:pPr marL="423333" indent="-423333">
              <a:spcBef>
                <a:spcPts val="0"/>
              </a:spcBef>
              <a:buSzPct val="125000"/>
              <a:buChar char="•"/>
              <a:defRPr b="1" sz="2500"/>
            </a:pPr>
            <a:r>
              <a:t>Augmentation charge cognitive</a:t>
            </a:r>
          </a:p>
        </p:txBody>
      </p:sp>
      <p:sp>
        <p:nvSpPr>
          <p:cNvPr id="188" name="Un opérateur qualifié forme un opérateur moins expérimenté…"/>
          <p:cNvSpPr txBox="1"/>
          <p:nvPr/>
        </p:nvSpPr>
        <p:spPr>
          <a:xfrm>
            <a:off x="554950" y="29342331"/>
            <a:ext cx="6583115" cy="1259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076" tIns="63076" rIns="63076" bIns="63076" anchor="ctr">
            <a:spAutoFit/>
          </a:bodyPr>
          <a:lstStyle/>
          <a:p>
            <a:pPr algn="ctr">
              <a:defRPr b="1" sz="2500"/>
            </a:pPr>
            <a:r>
              <a: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rPr>
              <a:t>Un opérateur qualifié </a:t>
            </a:r>
            <a:r>
              <a:t>forme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un opérateur moins expérimenté</a:t>
            </a:r>
            <a:endParaRPr>
              <a:solidFill>
                <a:schemeClr val="accent5">
                  <a:hueOff val="-82419"/>
                  <a:satOff val="-9513"/>
                  <a:lumOff val="-16343"/>
                </a:schemeClr>
              </a:solidFill>
            </a:endParaRPr>
          </a:p>
          <a:p>
            <a:pPr marL="463020" indent="-463020">
              <a:spcBef>
                <a:spcPts val="0"/>
              </a:spcBef>
              <a:buSzPct val="125000"/>
              <a:buChar char="•"/>
              <a:defRPr b="1" sz="2500"/>
            </a:pPr>
            <a:r>
              <a:t>Montée en compétence</a:t>
            </a:r>
          </a:p>
        </p:txBody>
      </p:sp>
      <p:sp>
        <p:nvSpPr>
          <p:cNvPr id="189" name="J1"/>
          <p:cNvSpPr txBox="1"/>
          <p:nvPr/>
        </p:nvSpPr>
        <p:spPr>
          <a:xfrm>
            <a:off x="908021" y="10989770"/>
            <a:ext cx="2353045" cy="25746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076" tIns="63076" rIns="63076" bIns="63076" anchor="ctr"/>
          <a:lstStyle/>
          <a:p>
            <a:pPr>
              <a:defRPr b="1" sz="8000"/>
            </a:pPr>
            <a:r>
              <a:t>J</a:t>
            </a:r>
            <a:r>
              <a:rPr baseline="-5999"/>
              <a:t>1</a:t>
            </a:r>
          </a:p>
        </p:txBody>
      </p:sp>
      <p:sp>
        <p:nvSpPr>
          <p:cNvPr id="190" name="Casque"/>
          <p:cNvSpPr/>
          <p:nvPr/>
        </p:nvSpPr>
        <p:spPr>
          <a:xfrm>
            <a:off x="1226895" y="17103067"/>
            <a:ext cx="762196" cy="9170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30" h="21518" fill="norm" stroke="1" extrusionOk="0">
                <a:moveTo>
                  <a:pt x="9244" y="4"/>
                </a:moveTo>
                <a:cubicBezTo>
                  <a:pt x="5439" y="89"/>
                  <a:pt x="689" y="3406"/>
                  <a:pt x="842" y="8320"/>
                </a:cubicBezTo>
                <a:cubicBezTo>
                  <a:pt x="61" y="9004"/>
                  <a:pt x="-415" y="9826"/>
                  <a:pt x="501" y="9829"/>
                </a:cubicBezTo>
                <a:cubicBezTo>
                  <a:pt x="1190" y="9832"/>
                  <a:pt x="19460" y="9829"/>
                  <a:pt x="20659" y="9829"/>
                </a:cubicBezTo>
                <a:cubicBezTo>
                  <a:pt x="21078" y="9829"/>
                  <a:pt x="21185" y="9479"/>
                  <a:pt x="20752" y="9159"/>
                </a:cubicBezTo>
                <a:cubicBezTo>
                  <a:pt x="20319" y="8839"/>
                  <a:pt x="18764" y="7947"/>
                  <a:pt x="18118" y="7601"/>
                </a:cubicBezTo>
                <a:cubicBezTo>
                  <a:pt x="18064" y="5863"/>
                  <a:pt x="16627" y="3075"/>
                  <a:pt x="16219" y="2702"/>
                </a:cubicBezTo>
                <a:cubicBezTo>
                  <a:pt x="15788" y="2442"/>
                  <a:pt x="15205" y="2330"/>
                  <a:pt x="15205" y="2330"/>
                </a:cubicBezTo>
                <a:lnTo>
                  <a:pt x="14948" y="1292"/>
                </a:lnTo>
                <a:cubicBezTo>
                  <a:pt x="14948" y="1292"/>
                  <a:pt x="13050" y="-82"/>
                  <a:pt x="9244" y="4"/>
                </a:cubicBezTo>
                <a:close/>
                <a:moveTo>
                  <a:pt x="1996" y="10240"/>
                </a:moveTo>
                <a:cubicBezTo>
                  <a:pt x="2002" y="10434"/>
                  <a:pt x="2014" y="10625"/>
                  <a:pt x="2034" y="10813"/>
                </a:cubicBezTo>
                <a:cubicBezTo>
                  <a:pt x="2471" y="10713"/>
                  <a:pt x="2959" y="10599"/>
                  <a:pt x="3311" y="10513"/>
                </a:cubicBezTo>
                <a:cubicBezTo>
                  <a:pt x="3518" y="10463"/>
                  <a:pt x="3634" y="10387"/>
                  <a:pt x="3632" y="10301"/>
                </a:cubicBezTo>
                <a:lnTo>
                  <a:pt x="3608" y="10240"/>
                </a:lnTo>
                <a:lnTo>
                  <a:pt x="1996" y="10240"/>
                </a:lnTo>
                <a:close/>
                <a:moveTo>
                  <a:pt x="4139" y="10240"/>
                </a:moveTo>
                <a:cubicBezTo>
                  <a:pt x="4153" y="10345"/>
                  <a:pt x="4162" y="10759"/>
                  <a:pt x="3452" y="10931"/>
                </a:cubicBezTo>
                <a:cubicBezTo>
                  <a:pt x="2635" y="11129"/>
                  <a:pt x="1123" y="11468"/>
                  <a:pt x="1123" y="11468"/>
                </a:cubicBezTo>
                <a:lnTo>
                  <a:pt x="1757" y="13228"/>
                </a:lnTo>
                <a:lnTo>
                  <a:pt x="13165" y="10240"/>
                </a:lnTo>
                <a:lnTo>
                  <a:pt x="4139" y="10240"/>
                </a:lnTo>
                <a:close/>
                <a:moveTo>
                  <a:pt x="14900" y="10240"/>
                </a:moveTo>
                <a:lnTo>
                  <a:pt x="14266" y="10407"/>
                </a:lnTo>
                <a:lnTo>
                  <a:pt x="2737" y="13425"/>
                </a:lnTo>
                <a:cubicBezTo>
                  <a:pt x="3404" y="15068"/>
                  <a:pt x="4316" y="16511"/>
                  <a:pt x="4563" y="17863"/>
                </a:cubicBezTo>
                <a:cubicBezTo>
                  <a:pt x="4966" y="20067"/>
                  <a:pt x="3119" y="21518"/>
                  <a:pt x="3119" y="21518"/>
                </a:cubicBezTo>
                <a:lnTo>
                  <a:pt x="12443" y="21518"/>
                </a:lnTo>
                <a:cubicBezTo>
                  <a:pt x="13033" y="18812"/>
                  <a:pt x="14155" y="19308"/>
                  <a:pt x="15134" y="19283"/>
                </a:cubicBezTo>
                <a:cubicBezTo>
                  <a:pt x="16113" y="19259"/>
                  <a:pt x="17322" y="19014"/>
                  <a:pt x="17120" y="17900"/>
                </a:cubicBezTo>
                <a:cubicBezTo>
                  <a:pt x="16985" y="17155"/>
                  <a:pt x="17153" y="16918"/>
                  <a:pt x="17484" y="16523"/>
                </a:cubicBezTo>
                <a:cubicBezTo>
                  <a:pt x="17816" y="16128"/>
                  <a:pt x="17156" y="15773"/>
                  <a:pt x="17156" y="15773"/>
                </a:cubicBezTo>
                <a:lnTo>
                  <a:pt x="17538" y="15588"/>
                </a:lnTo>
                <a:cubicBezTo>
                  <a:pt x="17720" y="15500"/>
                  <a:pt x="17812" y="15322"/>
                  <a:pt x="17766" y="15148"/>
                </a:cubicBezTo>
                <a:cubicBezTo>
                  <a:pt x="17747" y="15079"/>
                  <a:pt x="17727" y="14994"/>
                  <a:pt x="17702" y="14892"/>
                </a:cubicBezTo>
                <a:cubicBezTo>
                  <a:pt x="17620" y="14550"/>
                  <a:pt x="17798" y="14255"/>
                  <a:pt x="18132" y="14149"/>
                </a:cubicBezTo>
                <a:cubicBezTo>
                  <a:pt x="18431" y="14055"/>
                  <a:pt x="18645" y="13927"/>
                  <a:pt x="18795" y="13804"/>
                </a:cubicBezTo>
                <a:cubicBezTo>
                  <a:pt x="18999" y="13637"/>
                  <a:pt x="18997" y="13350"/>
                  <a:pt x="18845" y="13147"/>
                </a:cubicBezTo>
                <a:cubicBezTo>
                  <a:pt x="18291" y="12406"/>
                  <a:pt x="17726" y="11593"/>
                  <a:pt x="17336" y="11069"/>
                </a:cubicBezTo>
                <a:cubicBezTo>
                  <a:pt x="17098" y="10750"/>
                  <a:pt x="17117" y="10492"/>
                  <a:pt x="17201" y="10240"/>
                </a:cubicBezTo>
                <a:lnTo>
                  <a:pt x="14900" y="10240"/>
                </a:lnTo>
                <a:close/>
                <a:moveTo>
                  <a:pt x="5775" y="11030"/>
                </a:moveTo>
                <a:cubicBezTo>
                  <a:pt x="5870" y="11039"/>
                  <a:pt x="5955" y="11094"/>
                  <a:pt x="5985" y="11177"/>
                </a:cubicBezTo>
                <a:cubicBezTo>
                  <a:pt x="6024" y="11287"/>
                  <a:pt x="5950" y="11404"/>
                  <a:pt x="5820" y="11438"/>
                </a:cubicBezTo>
                <a:cubicBezTo>
                  <a:pt x="5691" y="11472"/>
                  <a:pt x="5553" y="11409"/>
                  <a:pt x="5514" y="11298"/>
                </a:cubicBezTo>
                <a:cubicBezTo>
                  <a:pt x="5474" y="11188"/>
                  <a:pt x="5548" y="11071"/>
                  <a:pt x="5678" y="11037"/>
                </a:cubicBezTo>
                <a:cubicBezTo>
                  <a:pt x="5710" y="11029"/>
                  <a:pt x="5743" y="11027"/>
                  <a:pt x="5775" y="11030"/>
                </a:cubicBezTo>
                <a:close/>
                <a:moveTo>
                  <a:pt x="4911" y="11253"/>
                </a:moveTo>
                <a:cubicBezTo>
                  <a:pt x="5007" y="11261"/>
                  <a:pt x="5092" y="11318"/>
                  <a:pt x="5121" y="11401"/>
                </a:cubicBezTo>
                <a:cubicBezTo>
                  <a:pt x="5161" y="11511"/>
                  <a:pt x="5089" y="11627"/>
                  <a:pt x="4959" y="11660"/>
                </a:cubicBezTo>
                <a:cubicBezTo>
                  <a:pt x="4829" y="11694"/>
                  <a:pt x="4692" y="11633"/>
                  <a:pt x="4652" y="11522"/>
                </a:cubicBezTo>
                <a:cubicBezTo>
                  <a:pt x="4613" y="11412"/>
                  <a:pt x="4685" y="11295"/>
                  <a:pt x="4814" y="11261"/>
                </a:cubicBezTo>
                <a:cubicBezTo>
                  <a:pt x="4847" y="11253"/>
                  <a:pt x="4880" y="11250"/>
                  <a:pt x="4911" y="11253"/>
                </a:cubicBezTo>
                <a:close/>
                <a:moveTo>
                  <a:pt x="4050" y="11477"/>
                </a:moveTo>
                <a:cubicBezTo>
                  <a:pt x="4145" y="11485"/>
                  <a:pt x="4230" y="11540"/>
                  <a:pt x="4260" y="11623"/>
                </a:cubicBezTo>
                <a:cubicBezTo>
                  <a:pt x="4300" y="11734"/>
                  <a:pt x="4225" y="11851"/>
                  <a:pt x="4096" y="11884"/>
                </a:cubicBezTo>
                <a:cubicBezTo>
                  <a:pt x="3966" y="11918"/>
                  <a:pt x="3828" y="11857"/>
                  <a:pt x="3789" y="11746"/>
                </a:cubicBezTo>
                <a:cubicBezTo>
                  <a:pt x="3749" y="11636"/>
                  <a:pt x="3823" y="11519"/>
                  <a:pt x="3953" y="11485"/>
                </a:cubicBezTo>
                <a:cubicBezTo>
                  <a:pt x="3985" y="11477"/>
                  <a:pt x="4018" y="11474"/>
                  <a:pt x="4050" y="11477"/>
                </a:cubicBezTo>
                <a:close/>
                <a:moveTo>
                  <a:pt x="3189" y="11701"/>
                </a:moveTo>
                <a:cubicBezTo>
                  <a:pt x="3284" y="11709"/>
                  <a:pt x="3367" y="11764"/>
                  <a:pt x="3397" y="11847"/>
                </a:cubicBezTo>
                <a:cubicBezTo>
                  <a:pt x="3436" y="11958"/>
                  <a:pt x="3364" y="12075"/>
                  <a:pt x="3234" y="12108"/>
                </a:cubicBezTo>
                <a:cubicBezTo>
                  <a:pt x="3104" y="12142"/>
                  <a:pt x="2967" y="12079"/>
                  <a:pt x="2927" y="11968"/>
                </a:cubicBezTo>
                <a:cubicBezTo>
                  <a:pt x="2888" y="11858"/>
                  <a:pt x="2962" y="11741"/>
                  <a:pt x="3092" y="11707"/>
                </a:cubicBezTo>
                <a:cubicBezTo>
                  <a:pt x="3124" y="11699"/>
                  <a:pt x="3157" y="11698"/>
                  <a:pt x="3189" y="11701"/>
                </a:cubicBezTo>
                <a:close/>
                <a:moveTo>
                  <a:pt x="2325" y="11923"/>
                </a:moveTo>
                <a:cubicBezTo>
                  <a:pt x="2420" y="11931"/>
                  <a:pt x="2505" y="11987"/>
                  <a:pt x="2535" y="12069"/>
                </a:cubicBezTo>
                <a:cubicBezTo>
                  <a:pt x="2575" y="12180"/>
                  <a:pt x="2503" y="12297"/>
                  <a:pt x="2373" y="12331"/>
                </a:cubicBezTo>
                <a:cubicBezTo>
                  <a:pt x="2243" y="12364"/>
                  <a:pt x="2105" y="12303"/>
                  <a:pt x="2066" y="12192"/>
                </a:cubicBezTo>
                <a:cubicBezTo>
                  <a:pt x="2026" y="12082"/>
                  <a:pt x="2098" y="11965"/>
                  <a:pt x="2228" y="11931"/>
                </a:cubicBezTo>
                <a:cubicBezTo>
                  <a:pt x="2261" y="11923"/>
                  <a:pt x="2293" y="11920"/>
                  <a:pt x="2325" y="11923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91" name="Casque"/>
          <p:cNvSpPr/>
          <p:nvPr/>
        </p:nvSpPr>
        <p:spPr>
          <a:xfrm>
            <a:off x="1201566" y="19069810"/>
            <a:ext cx="762196" cy="9170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30" h="21518" fill="norm" stroke="1" extrusionOk="0">
                <a:moveTo>
                  <a:pt x="9244" y="4"/>
                </a:moveTo>
                <a:cubicBezTo>
                  <a:pt x="5439" y="89"/>
                  <a:pt x="689" y="3406"/>
                  <a:pt x="842" y="8320"/>
                </a:cubicBezTo>
                <a:cubicBezTo>
                  <a:pt x="61" y="9004"/>
                  <a:pt x="-415" y="9826"/>
                  <a:pt x="501" y="9829"/>
                </a:cubicBezTo>
                <a:cubicBezTo>
                  <a:pt x="1190" y="9832"/>
                  <a:pt x="19460" y="9829"/>
                  <a:pt x="20659" y="9829"/>
                </a:cubicBezTo>
                <a:cubicBezTo>
                  <a:pt x="21078" y="9829"/>
                  <a:pt x="21185" y="9479"/>
                  <a:pt x="20752" y="9159"/>
                </a:cubicBezTo>
                <a:cubicBezTo>
                  <a:pt x="20319" y="8839"/>
                  <a:pt x="18764" y="7947"/>
                  <a:pt x="18118" y="7601"/>
                </a:cubicBezTo>
                <a:cubicBezTo>
                  <a:pt x="18064" y="5863"/>
                  <a:pt x="16627" y="3075"/>
                  <a:pt x="16219" y="2702"/>
                </a:cubicBezTo>
                <a:cubicBezTo>
                  <a:pt x="15788" y="2442"/>
                  <a:pt x="15205" y="2330"/>
                  <a:pt x="15205" y="2330"/>
                </a:cubicBezTo>
                <a:lnTo>
                  <a:pt x="14948" y="1292"/>
                </a:lnTo>
                <a:cubicBezTo>
                  <a:pt x="14948" y="1292"/>
                  <a:pt x="13050" y="-82"/>
                  <a:pt x="9244" y="4"/>
                </a:cubicBezTo>
                <a:close/>
                <a:moveTo>
                  <a:pt x="1996" y="10240"/>
                </a:moveTo>
                <a:cubicBezTo>
                  <a:pt x="2002" y="10434"/>
                  <a:pt x="2014" y="10625"/>
                  <a:pt x="2034" y="10813"/>
                </a:cubicBezTo>
                <a:cubicBezTo>
                  <a:pt x="2471" y="10713"/>
                  <a:pt x="2959" y="10599"/>
                  <a:pt x="3311" y="10513"/>
                </a:cubicBezTo>
                <a:cubicBezTo>
                  <a:pt x="3518" y="10463"/>
                  <a:pt x="3634" y="10387"/>
                  <a:pt x="3632" y="10301"/>
                </a:cubicBezTo>
                <a:lnTo>
                  <a:pt x="3608" y="10240"/>
                </a:lnTo>
                <a:lnTo>
                  <a:pt x="1996" y="10240"/>
                </a:lnTo>
                <a:close/>
                <a:moveTo>
                  <a:pt x="4139" y="10240"/>
                </a:moveTo>
                <a:cubicBezTo>
                  <a:pt x="4153" y="10345"/>
                  <a:pt x="4162" y="10759"/>
                  <a:pt x="3452" y="10931"/>
                </a:cubicBezTo>
                <a:cubicBezTo>
                  <a:pt x="2635" y="11129"/>
                  <a:pt x="1123" y="11468"/>
                  <a:pt x="1123" y="11468"/>
                </a:cubicBezTo>
                <a:lnTo>
                  <a:pt x="1757" y="13228"/>
                </a:lnTo>
                <a:lnTo>
                  <a:pt x="13165" y="10240"/>
                </a:lnTo>
                <a:lnTo>
                  <a:pt x="4139" y="10240"/>
                </a:lnTo>
                <a:close/>
                <a:moveTo>
                  <a:pt x="14900" y="10240"/>
                </a:moveTo>
                <a:lnTo>
                  <a:pt x="14266" y="10407"/>
                </a:lnTo>
                <a:lnTo>
                  <a:pt x="2737" y="13425"/>
                </a:lnTo>
                <a:cubicBezTo>
                  <a:pt x="3404" y="15068"/>
                  <a:pt x="4316" y="16511"/>
                  <a:pt x="4563" y="17863"/>
                </a:cubicBezTo>
                <a:cubicBezTo>
                  <a:pt x="4966" y="20067"/>
                  <a:pt x="3119" y="21518"/>
                  <a:pt x="3119" y="21518"/>
                </a:cubicBezTo>
                <a:lnTo>
                  <a:pt x="12443" y="21518"/>
                </a:lnTo>
                <a:cubicBezTo>
                  <a:pt x="13033" y="18812"/>
                  <a:pt x="14155" y="19308"/>
                  <a:pt x="15134" y="19283"/>
                </a:cubicBezTo>
                <a:cubicBezTo>
                  <a:pt x="16113" y="19259"/>
                  <a:pt x="17322" y="19014"/>
                  <a:pt x="17120" y="17900"/>
                </a:cubicBezTo>
                <a:cubicBezTo>
                  <a:pt x="16985" y="17155"/>
                  <a:pt x="17153" y="16918"/>
                  <a:pt x="17484" y="16523"/>
                </a:cubicBezTo>
                <a:cubicBezTo>
                  <a:pt x="17816" y="16128"/>
                  <a:pt x="17156" y="15773"/>
                  <a:pt x="17156" y="15773"/>
                </a:cubicBezTo>
                <a:lnTo>
                  <a:pt x="17538" y="15588"/>
                </a:lnTo>
                <a:cubicBezTo>
                  <a:pt x="17720" y="15500"/>
                  <a:pt x="17812" y="15322"/>
                  <a:pt x="17766" y="15148"/>
                </a:cubicBezTo>
                <a:cubicBezTo>
                  <a:pt x="17747" y="15079"/>
                  <a:pt x="17727" y="14994"/>
                  <a:pt x="17702" y="14892"/>
                </a:cubicBezTo>
                <a:cubicBezTo>
                  <a:pt x="17620" y="14550"/>
                  <a:pt x="17798" y="14255"/>
                  <a:pt x="18132" y="14149"/>
                </a:cubicBezTo>
                <a:cubicBezTo>
                  <a:pt x="18431" y="14055"/>
                  <a:pt x="18645" y="13927"/>
                  <a:pt x="18795" y="13804"/>
                </a:cubicBezTo>
                <a:cubicBezTo>
                  <a:pt x="18999" y="13637"/>
                  <a:pt x="18997" y="13350"/>
                  <a:pt x="18845" y="13147"/>
                </a:cubicBezTo>
                <a:cubicBezTo>
                  <a:pt x="18291" y="12406"/>
                  <a:pt x="17726" y="11593"/>
                  <a:pt x="17336" y="11069"/>
                </a:cubicBezTo>
                <a:cubicBezTo>
                  <a:pt x="17098" y="10750"/>
                  <a:pt x="17117" y="10492"/>
                  <a:pt x="17201" y="10240"/>
                </a:cubicBezTo>
                <a:lnTo>
                  <a:pt x="14900" y="10240"/>
                </a:lnTo>
                <a:close/>
                <a:moveTo>
                  <a:pt x="5775" y="11030"/>
                </a:moveTo>
                <a:cubicBezTo>
                  <a:pt x="5870" y="11039"/>
                  <a:pt x="5955" y="11094"/>
                  <a:pt x="5985" y="11177"/>
                </a:cubicBezTo>
                <a:cubicBezTo>
                  <a:pt x="6024" y="11287"/>
                  <a:pt x="5950" y="11404"/>
                  <a:pt x="5820" y="11438"/>
                </a:cubicBezTo>
                <a:cubicBezTo>
                  <a:pt x="5691" y="11472"/>
                  <a:pt x="5553" y="11409"/>
                  <a:pt x="5514" y="11298"/>
                </a:cubicBezTo>
                <a:cubicBezTo>
                  <a:pt x="5474" y="11188"/>
                  <a:pt x="5548" y="11071"/>
                  <a:pt x="5678" y="11037"/>
                </a:cubicBezTo>
                <a:cubicBezTo>
                  <a:pt x="5710" y="11029"/>
                  <a:pt x="5743" y="11027"/>
                  <a:pt x="5775" y="11030"/>
                </a:cubicBezTo>
                <a:close/>
                <a:moveTo>
                  <a:pt x="4911" y="11253"/>
                </a:moveTo>
                <a:cubicBezTo>
                  <a:pt x="5007" y="11261"/>
                  <a:pt x="5092" y="11318"/>
                  <a:pt x="5121" y="11401"/>
                </a:cubicBezTo>
                <a:cubicBezTo>
                  <a:pt x="5161" y="11511"/>
                  <a:pt x="5089" y="11627"/>
                  <a:pt x="4959" y="11660"/>
                </a:cubicBezTo>
                <a:cubicBezTo>
                  <a:pt x="4829" y="11694"/>
                  <a:pt x="4692" y="11633"/>
                  <a:pt x="4652" y="11522"/>
                </a:cubicBezTo>
                <a:cubicBezTo>
                  <a:pt x="4613" y="11412"/>
                  <a:pt x="4685" y="11295"/>
                  <a:pt x="4814" y="11261"/>
                </a:cubicBezTo>
                <a:cubicBezTo>
                  <a:pt x="4847" y="11253"/>
                  <a:pt x="4880" y="11250"/>
                  <a:pt x="4911" y="11253"/>
                </a:cubicBezTo>
                <a:close/>
                <a:moveTo>
                  <a:pt x="4050" y="11477"/>
                </a:moveTo>
                <a:cubicBezTo>
                  <a:pt x="4145" y="11485"/>
                  <a:pt x="4230" y="11540"/>
                  <a:pt x="4260" y="11623"/>
                </a:cubicBezTo>
                <a:cubicBezTo>
                  <a:pt x="4300" y="11734"/>
                  <a:pt x="4225" y="11851"/>
                  <a:pt x="4096" y="11884"/>
                </a:cubicBezTo>
                <a:cubicBezTo>
                  <a:pt x="3966" y="11918"/>
                  <a:pt x="3828" y="11857"/>
                  <a:pt x="3789" y="11746"/>
                </a:cubicBezTo>
                <a:cubicBezTo>
                  <a:pt x="3749" y="11636"/>
                  <a:pt x="3823" y="11519"/>
                  <a:pt x="3953" y="11485"/>
                </a:cubicBezTo>
                <a:cubicBezTo>
                  <a:pt x="3985" y="11477"/>
                  <a:pt x="4018" y="11474"/>
                  <a:pt x="4050" y="11477"/>
                </a:cubicBezTo>
                <a:close/>
                <a:moveTo>
                  <a:pt x="3189" y="11701"/>
                </a:moveTo>
                <a:cubicBezTo>
                  <a:pt x="3284" y="11709"/>
                  <a:pt x="3367" y="11764"/>
                  <a:pt x="3397" y="11847"/>
                </a:cubicBezTo>
                <a:cubicBezTo>
                  <a:pt x="3436" y="11958"/>
                  <a:pt x="3364" y="12075"/>
                  <a:pt x="3234" y="12108"/>
                </a:cubicBezTo>
                <a:cubicBezTo>
                  <a:pt x="3104" y="12142"/>
                  <a:pt x="2967" y="12079"/>
                  <a:pt x="2927" y="11968"/>
                </a:cubicBezTo>
                <a:cubicBezTo>
                  <a:pt x="2888" y="11858"/>
                  <a:pt x="2962" y="11741"/>
                  <a:pt x="3092" y="11707"/>
                </a:cubicBezTo>
                <a:cubicBezTo>
                  <a:pt x="3124" y="11699"/>
                  <a:pt x="3157" y="11698"/>
                  <a:pt x="3189" y="11701"/>
                </a:cubicBezTo>
                <a:close/>
                <a:moveTo>
                  <a:pt x="2325" y="11923"/>
                </a:moveTo>
                <a:cubicBezTo>
                  <a:pt x="2420" y="11931"/>
                  <a:pt x="2505" y="11987"/>
                  <a:pt x="2535" y="12069"/>
                </a:cubicBezTo>
                <a:cubicBezTo>
                  <a:pt x="2575" y="12180"/>
                  <a:pt x="2503" y="12297"/>
                  <a:pt x="2373" y="12331"/>
                </a:cubicBezTo>
                <a:cubicBezTo>
                  <a:pt x="2243" y="12364"/>
                  <a:pt x="2105" y="12303"/>
                  <a:pt x="2066" y="12192"/>
                </a:cubicBezTo>
                <a:cubicBezTo>
                  <a:pt x="2026" y="12082"/>
                  <a:pt x="2098" y="11965"/>
                  <a:pt x="2228" y="11931"/>
                </a:cubicBezTo>
                <a:cubicBezTo>
                  <a:pt x="2261" y="11923"/>
                  <a:pt x="2293" y="11920"/>
                  <a:pt x="2325" y="11923"/>
                </a:cubicBezTo>
                <a:close/>
              </a:path>
            </a:pathLst>
          </a:custGeom>
          <a:solidFill>
            <a:schemeClr val="accent3">
              <a:hueOff val="914337"/>
              <a:satOff val="31515"/>
              <a:lumOff val="-3079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92" name="Casque"/>
          <p:cNvSpPr/>
          <p:nvPr/>
        </p:nvSpPr>
        <p:spPr>
          <a:xfrm>
            <a:off x="1226895" y="20611597"/>
            <a:ext cx="762196" cy="9170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30" h="21518" fill="norm" stroke="1" extrusionOk="0">
                <a:moveTo>
                  <a:pt x="9244" y="4"/>
                </a:moveTo>
                <a:cubicBezTo>
                  <a:pt x="5439" y="89"/>
                  <a:pt x="689" y="3406"/>
                  <a:pt x="842" y="8320"/>
                </a:cubicBezTo>
                <a:cubicBezTo>
                  <a:pt x="61" y="9004"/>
                  <a:pt x="-415" y="9826"/>
                  <a:pt x="501" y="9829"/>
                </a:cubicBezTo>
                <a:cubicBezTo>
                  <a:pt x="1190" y="9832"/>
                  <a:pt x="19460" y="9829"/>
                  <a:pt x="20659" y="9829"/>
                </a:cubicBezTo>
                <a:cubicBezTo>
                  <a:pt x="21078" y="9829"/>
                  <a:pt x="21185" y="9479"/>
                  <a:pt x="20752" y="9159"/>
                </a:cubicBezTo>
                <a:cubicBezTo>
                  <a:pt x="20319" y="8839"/>
                  <a:pt x="18764" y="7947"/>
                  <a:pt x="18118" y="7601"/>
                </a:cubicBezTo>
                <a:cubicBezTo>
                  <a:pt x="18064" y="5863"/>
                  <a:pt x="16627" y="3075"/>
                  <a:pt x="16219" y="2702"/>
                </a:cubicBezTo>
                <a:cubicBezTo>
                  <a:pt x="15788" y="2442"/>
                  <a:pt x="15205" y="2330"/>
                  <a:pt x="15205" y="2330"/>
                </a:cubicBezTo>
                <a:lnTo>
                  <a:pt x="14948" y="1292"/>
                </a:lnTo>
                <a:cubicBezTo>
                  <a:pt x="14948" y="1292"/>
                  <a:pt x="13050" y="-82"/>
                  <a:pt x="9244" y="4"/>
                </a:cubicBezTo>
                <a:close/>
                <a:moveTo>
                  <a:pt x="1996" y="10240"/>
                </a:moveTo>
                <a:cubicBezTo>
                  <a:pt x="2002" y="10434"/>
                  <a:pt x="2014" y="10625"/>
                  <a:pt x="2034" y="10813"/>
                </a:cubicBezTo>
                <a:cubicBezTo>
                  <a:pt x="2471" y="10713"/>
                  <a:pt x="2959" y="10599"/>
                  <a:pt x="3311" y="10513"/>
                </a:cubicBezTo>
                <a:cubicBezTo>
                  <a:pt x="3518" y="10463"/>
                  <a:pt x="3634" y="10387"/>
                  <a:pt x="3632" y="10301"/>
                </a:cubicBezTo>
                <a:lnTo>
                  <a:pt x="3608" y="10240"/>
                </a:lnTo>
                <a:lnTo>
                  <a:pt x="1996" y="10240"/>
                </a:lnTo>
                <a:close/>
                <a:moveTo>
                  <a:pt x="4139" y="10240"/>
                </a:moveTo>
                <a:cubicBezTo>
                  <a:pt x="4153" y="10345"/>
                  <a:pt x="4162" y="10759"/>
                  <a:pt x="3452" y="10931"/>
                </a:cubicBezTo>
                <a:cubicBezTo>
                  <a:pt x="2635" y="11129"/>
                  <a:pt x="1123" y="11468"/>
                  <a:pt x="1123" y="11468"/>
                </a:cubicBezTo>
                <a:lnTo>
                  <a:pt x="1757" y="13228"/>
                </a:lnTo>
                <a:lnTo>
                  <a:pt x="13165" y="10240"/>
                </a:lnTo>
                <a:lnTo>
                  <a:pt x="4139" y="10240"/>
                </a:lnTo>
                <a:close/>
                <a:moveTo>
                  <a:pt x="14900" y="10240"/>
                </a:moveTo>
                <a:lnTo>
                  <a:pt x="14266" y="10407"/>
                </a:lnTo>
                <a:lnTo>
                  <a:pt x="2737" y="13425"/>
                </a:lnTo>
                <a:cubicBezTo>
                  <a:pt x="3404" y="15068"/>
                  <a:pt x="4316" y="16511"/>
                  <a:pt x="4563" y="17863"/>
                </a:cubicBezTo>
                <a:cubicBezTo>
                  <a:pt x="4966" y="20067"/>
                  <a:pt x="3119" y="21518"/>
                  <a:pt x="3119" y="21518"/>
                </a:cubicBezTo>
                <a:lnTo>
                  <a:pt x="12443" y="21518"/>
                </a:lnTo>
                <a:cubicBezTo>
                  <a:pt x="13033" y="18812"/>
                  <a:pt x="14155" y="19308"/>
                  <a:pt x="15134" y="19283"/>
                </a:cubicBezTo>
                <a:cubicBezTo>
                  <a:pt x="16113" y="19259"/>
                  <a:pt x="17322" y="19014"/>
                  <a:pt x="17120" y="17900"/>
                </a:cubicBezTo>
                <a:cubicBezTo>
                  <a:pt x="16985" y="17155"/>
                  <a:pt x="17153" y="16918"/>
                  <a:pt x="17484" y="16523"/>
                </a:cubicBezTo>
                <a:cubicBezTo>
                  <a:pt x="17816" y="16128"/>
                  <a:pt x="17156" y="15773"/>
                  <a:pt x="17156" y="15773"/>
                </a:cubicBezTo>
                <a:lnTo>
                  <a:pt x="17538" y="15588"/>
                </a:lnTo>
                <a:cubicBezTo>
                  <a:pt x="17720" y="15500"/>
                  <a:pt x="17812" y="15322"/>
                  <a:pt x="17766" y="15148"/>
                </a:cubicBezTo>
                <a:cubicBezTo>
                  <a:pt x="17747" y="15079"/>
                  <a:pt x="17727" y="14994"/>
                  <a:pt x="17702" y="14892"/>
                </a:cubicBezTo>
                <a:cubicBezTo>
                  <a:pt x="17620" y="14550"/>
                  <a:pt x="17798" y="14255"/>
                  <a:pt x="18132" y="14149"/>
                </a:cubicBezTo>
                <a:cubicBezTo>
                  <a:pt x="18431" y="14055"/>
                  <a:pt x="18645" y="13927"/>
                  <a:pt x="18795" y="13804"/>
                </a:cubicBezTo>
                <a:cubicBezTo>
                  <a:pt x="18999" y="13637"/>
                  <a:pt x="18997" y="13350"/>
                  <a:pt x="18845" y="13147"/>
                </a:cubicBezTo>
                <a:cubicBezTo>
                  <a:pt x="18291" y="12406"/>
                  <a:pt x="17726" y="11593"/>
                  <a:pt x="17336" y="11069"/>
                </a:cubicBezTo>
                <a:cubicBezTo>
                  <a:pt x="17098" y="10750"/>
                  <a:pt x="17117" y="10492"/>
                  <a:pt x="17201" y="10240"/>
                </a:cubicBezTo>
                <a:lnTo>
                  <a:pt x="14900" y="10240"/>
                </a:lnTo>
                <a:close/>
                <a:moveTo>
                  <a:pt x="5775" y="11030"/>
                </a:moveTo>
                <a:cubicBezTo>
                  <a:pt x="5870" y="11039"/>
                  <a:pt x="5955" y="11094"/>
                  <a:pt x="5985" y="11177"/>
                </a:cubicBezTo>
                <a:cubicBezTo>
                  <a:pt x="6024" y="11287"/>
                  <a:pt x="5950" y="11404"/>
                  <a:pt x="5820" y="11438"/>
                </a:cubicBezTo>
                <a:cubicBezTo>
                  <a:pt x="5691" y="11472"/>
                  <a:pt x="5553" y="11409"/>
                  <a:pt x="5514" y="11298"/>
                </a:cubicBezTo>
                <a:cubicBezTo>
                  <a:pt x="5474" y="11188"/>
                  <a:pt x="5548" y="11071"/>
                  <a:pt x="5678" y="11037"/>
                </a:cubicBezTo>
                <a:cubicBezTo>
                  <a:pt x="5710" y="11029"/>
                  <a:pt x="5743" y="11027"/>
                  <a:pt x="5775" y="11030"/>
                </a:cubicBezTo>
                <a:close/>
                <a:moveTo>
                  <a:pt x="4911" y="11253"/>
                </a:moveTo>
                <a:cubicBezTo>
                  <a:pt x="5007" y="11261"/>
                  <a:pt x="5092" y="11318"/>
                  <a:pt x="5121" y="11401"/>
                </a:cubicBezTo>
                <a:cubicBezTo>
                  <a:pt x="5161" y="11511"/>
                  <a:pt x="5089" y="11627"/>
                  <a:pt x="4959" y="11660"/>
                </a:cubicBezTo>
                <a:cubicBezTo>
                  <a:pt x="4829" y="11694"/>
                  <a:pt x="4692" y="11633"/>
                  <a:pt x="4652" y="11522"/>
                </a:cubicBezTo>
                <a:cubicBezTo>
                  <a:pt x="4613" y="11412"/>
                  <a:pt x="4685" y="11295"/>
                  <a:pt x="4814" y="11261"/>
                </a:cubicBezTo>
                <a:cubicBezTo>
                  <a:pt x="4847" y="11253"/>
                  <a:pt x="4880" y="11250"/>
                  <a:pt x="4911" y="11253"/>
                </a:cubicBezTo>
                <a:close/>
                <a:moveTo>
                  <a:pt x="4050" y="11477"/>
                </a:moveTo>
                <a:cubicBezTo>
                  <a:pt x="4145" y="11485"/>
                  <a:pt x="4230" y="11540"/>
                  <a:pt x="4260" y="11623"/>
                </a:cubicBezTo>
                <a:cubicBezTo>
                  <a:pt x="4300" y="11734"/>
                  <a:pt x="4225" y="11851"/>
                  <a:pt x="4096" y="11884"/>
                </a:cubicBezTo>
                <a:cubicBezTo>
                  <a:pt x="3966" y="11918"/>
                  <a:pt x="3828" y="11857"/>
                  <a:pt x="3789" y="11746"/>
                </a:cubicBezTo>
                <a:cubicBezTo>
                  <a:pt x="3749" y="11636"/>
                  <a:pt x="3823" y="11519"/>
                  <a:pt x="3953" y="11485"/>
                </a:cubicBezTo>
                <a:cubicBezTo>
                  <a:pt x="3985" y="11477"/>
                  <a:pt x="4018" y="11474"/>
                  <a:pt x="4050" y="11477"/>
                </a:cubicBezTo>
                <a:close/>
                <a:moveTo>
                  <a:pt x="3189" y="11701"/>
                </a:moveTo>
                <a:cubicBezTo>
                  <a:pt x="3284" y="11709"/>
                  <a:pt x="3367" y="11764"/>
                  <a:pt x="3397" y="11847"/>
                </a:cubicBezTo>
                <a:cubicBezTo>
                  <a:pt x="3436" y="11958"/>
                  <a:pt x="3364" y="12075"/>
                  <a:pt x="3234" y="12108"/>
                </a:cubicBezTo>
                <a:cubicBezTo>
                  <a:pt x="3104" y="12142"/>
                  <a:pt x="2967" y="12079"/>
                  <a:pt x="2927" y="11968"/>
                </a:cubicBezTo>
                <a:cubicBezTo>
                  <a:pt x="2888" y="11858"/>
                  <a:pt x="2962" y="11741"/>
                  <a:pt x="3092" y="11707"/>
                </a:cubicBezTo>
                <a:cubicBezTo>
                  <a:pt x="3124" y="11699"/>
                  <a:pt x="3157" y="11698"/>
                  <a:pt x="3189" y="11701"/>
                </a:cubicBezTo>
                <a:close/>
                <a:moveTo>
                  <a:pt x="2325" y="11923"/>
                </a:moveTo>
                <a:cubicBezTo>
                  <a:pt x="2420" y="11931"/>
                  <a:pt x="2505" y="11987"/>
                  <a:pt x="2535" y="12069"/>
                </a:cubicBezTo>
                <a:cubicBezTo>
                  <a:pt x="2575" y="12180"/>
                  <a:pt x="2503" y="12297"/>
                  <a:pt x="2373" y="12331"/>
                </a:cubicBezTo>
                <a:cubicBezTo>
                  <a:pt x="2243" y="12364"/>
                  <a:pt x="2105" y="12303"/>
                  <a:pt x="2066" y="12192"/>
                </a:cubicBezTo>
                <a:cubicBezTo>
                  <a:pt x="2026" y="12082"/>
                  <a:pt x="2098" y="11965"/>
                  <a:pt x="2228" y="11931"/>
                </a:cubicBezTo>
                <a:cubicBezTo>
                  <a:pt x="2261" y="11923"/>
                  <a:pt x="2293" y="11920"/>
                  <a:pt x="2325" y="11923"/>
                </a:cubicBezTo>
                <a:close/>
              </a:path>
            </a:pathLst>
          </a:custGeom>
          <a:solidFill>
            <a:schemeClr val="accent6">
              <a:hueOff val="-146070"/>
              <a:satOff val="-10048"/>
              <a:lumOff val="-30626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93" name="w1"/>
          <p:cNvSpPr txBox="1"/>
          <p:nvPr/>
        </p:nvSpPr>
        <p:spPr>
          <a:xfrm>
            <a:off x="2430910" y="17194713"/>
            <a:ext cx="740665" cy="7337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076" tIns="63076" rIns="63076" bIns="63076" anchor="ctr">
            <a:spAutoFit/>
          </a:bodyPr>
          <a:lstStyle/>
          <a:p>
            <a:pPr>
              <a:defRPr b="1" sz="4000"/>
            </a:pPr>
            <a:r>
              <a:t>w</a:t>
            </a:r>
            <a:r>
              <a:rPr baseline="-5999"/>
              <a:t>1</a:t>
            </a:r>
          </a:p>
        </p:txBody>
      </p:sp>
      <p:sp>
        <p:nvSpPr>
          <p:cNvPr id="194" name="w2"/>
          <p:cNvSpPr txBox="1"/>
          <p:nvPr/>
        </p:nvSpPr>
        <p:spPr>
          <a:xfrm>
            <a:off x="2405580" y="19262718"/>
            <a:ext cx="740665" cy="7337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076" tIns="63076" rIns="63076" bIns="63076" anchor="ctr">
            <a:spAutoFit/>
          </a:bodyPr>
          <a:lstStyle/>
          <a:p>
            <a:pPr>
              <a:defRPr b="1" sz="4000"/>
            </a:pPr>
            <a:r>
              <a:t>w</a:t>
            </a:r>
            <a:r>
              <a:rPr baseline="-5999"/>
              <a:t>2</a:t>
            </a:r>
          </a:p>
        </p:txBody>
      </p:sp>
      <p:sp>
        <p:nvSpPr>
          <p:cNvPr id="195" name="w3"/>
          <p:cNvSpPr txBox="1"/>
          <p:nvPr/>
        </p:nvSpPr>
        <p:spPr>
          <a:xfrm>
            <a:off x="2430910" y="20753447"/>
            <a:ext cx="740665" cy="7337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076" tIns="63076" rIns="63076" bIns="63076" anchor="ctr">
            <a:spAutoFit/>
          </a:bodyPr>
          <a:lstStyle/>
          <a:p>
            <a:pPr>
              <a:defRPr b="1" sz="4000"/>
            </a:pPr>
            <a:r>
              <a:t>w</a:t>
            </a:r>
            <a:r>
              <a:rPr baseline="-5999"/>
              <a:t>3</a:t>
            </a:r>
          </a:p>
        </p:txBody>
      </p:sp>
      <p:sp>
        <p:nvSpPr>
          <p:cNvPr id="196" name="Niveau 1"/>
          <p:cNvSpPr txBox="1"/>
          <p:nvPr/>
        </p:nvSpPr>
        <p:spPr>
          <a:xfrm>
            <a:off x="4343185" y="17275331"/>
            <a:ext cx="2218606" cy="7337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076" tIns="63076" rIns="63076" bIns="63076" anchor="ctr">
            <a:spAutoFit/>
          </a:bodyPr>
          <a:lstStyle>
            <a:lvl1pPr>
              <a:defRPr b="1" sz="4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1pPr>
          </a:lstStyle>
          <a:p>
            <a:pPr/>
            <a:r>
              <a:t>Niveau 1</a:t>
            </a:r>
          </a:p>
        </p:txBody>
      </p:sp>
      <p:sp>
        <p:nvSpPr>
          <p:cNvPr id="197" name="Niveau 2"/>
          <p:cNvSpPr txBox="1"/>
          <p:nvPr/>
        </p:nvSpPr>
        <p:spPr>
          <a:xfrm>
            <a:off x="4400073" y="19173595"/>
            <a:ext cx="2218606" cy="7337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076" tIns="63076" rIns="63076" bIns="63076" anchor="ctr">
            <a:spAutoFit/>
          </a:bodyPr>
          <a:lstStyle>
            <a:lvl1pPr>
              <a:defRPr b="1" sz="400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defRPr>
            </a:lvl1pPr>
          </a:lstStyle>
          <a:p>
            <a:pPr/>
            <a:r>
              <a:t>Niveau 2</a:t>
            </a:r>
          </a:p>
        </p:txBody>
      </p:sp>
      <p:sp>
        <p:nvSpPr>
          <p:cNvPr id="198" name="Opérateur"/>
          <p:cNvSpPr txBox="1"/>
          <p:nvPr/>
        </p:nvSpPr>
        <p:spPr>
          <a:xfrm>
            <a:off x="1025633" y="15687231"/>
            <a:ext cx="2594526" cy="7337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076" tIns="63076" rIns="63076" bIns="63076" anchor="ctr">
            <a:spAutoFit/>
          </a:bodyPr>
          <a:lstStyle>
            <a:lvl1pPr>
              <a:defRPr b="1" sz="4000"/>
            </a:lvl1pPr>
          </a:lstStyle>
          <a:p>
            <a:pPr/>
            <a:r>
              <a:t>Opérateur</a:t>
            </a:r>
          </a:p>
        </p:txBody>
      </p:sp>
      <p:sp>
        <p:nvSpPr>
          <p:cNvPr id="199" name="Compétence…"/>
          <p:cNvSpPr txBox="1"/>
          <p:nvPr/>
        </p:nvSpPr>
        <p:spPr>
          <a:xfrm>
            <a:off x="3780706" y="15316574"/>
            <a:ext cx="3383958" cy="13560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076" tIns="63076" rIns="63076" bIns="63076" anchor="ctr">
            <a:spAutoFit/>
          </a:bodyPr>
          <a:lstStyle/>
          <a:p>
            <a:pPr algn="ctr">
              <a:defRPr b="1" sz="4000"/>
            </a:pPr>
            <a:r>
              <a:t>Compétence </a:t>
            </a:r>
          </a:p>
          <a:p>
            <a:pPr algn="ctr">
              <a:spcBef>
                <a:spcPts val="0"/>
              </a:spcBef>
              <a:defRPr b="1" sz="4000"/>
            </a:pPr>
            <a:r>
              <a:t>Eléctrique</a:t>
            </a:r>
          </a:p>
        </p:txBody>
      </p:sp>
      <p:sp>
        <p:nvSpPr>
          <p:cNvPr id="200" name="Execution…"/>
          <p:cNvSpPr txBox="1"/>
          <p:nvPr/>
        </p:nvSpPr>
        <p:spPr>
          <a:xfrm>
            <a:off x="7390536" y="15316574"/>
            <a:ext cx="2546774" cy="13560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076" tIns="63076" rIns="63076" bIns="63076" anchor="ctr">
            <a:spAutoFit/>
          </a:bodyPr>
          <a:lstStyle/>
          <a:p>
            <a:pPr algn="ctr">
              <a:spcBef>
                <a:spcPts val="0"/>
              </a:spcBef>
              <a:defRPr b="1" sz="4000"/>
            </a:pPr>
            <a:r>
              <a:t>Execution</a:t>
            </a:r>
          </a:p>
          <a:p>
            <a:pPr algn="ctr">
              <a:spcBef>
                <a:spcPts val="0"/>
              </a:spcBef>
              <a:defRPr b="1" sz="4000"/>
            </a:pPr>
            <a:r>
              <a:t>possible</a:t>
            </a:r>
          </a:p>
        </p:txBody>
      </p:sp>
      <p:sp>
        <p:nvSpPr>
          <p:cNvPr id="201" name="Teaching - Alone…"/>
          <p:cNvSpPr txBox="1"/>
          <p:nvPr/>
        </p:nvSpPr>
        <p:spPr>
          <a:xfrm>
            <a:off x="7144962" y="17335792"/>
            <a:ext cx="4324266" cy="13560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076" tIns="63076" rIns="63076" bIns="63076" anchor="ctr">
            <a:spAutoFit/>
          </a:bodyPr>
          <a:lstStyle/>
          <a:p>
            <a:pPr>
              <a:defRPr b="1" sz="4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pPr>
            <a:r>
              <a:t>Teaching - Alone </a:t>
            </a:r>
          </a:p>
          <a:p>
            <a:pPr algn="r">
              <a:spcBef>
                <a:spcPts val="0"/>
              </a:spcBef>
              <a:defRPr b="1" sz="4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pPr>
            <a:r>
              <a:t>No level</a:t>
            </a:r>
          </a:p>
        </p:txBody>
      </p:sp>
      <p:sp>
        <p:nvSpPr>
          <p:cNvPr id="202" name="Alone"/>
          <p:cNvSpPr txBox="1"/>
          <p:nvPr/>
        </p:nvSpPr>
        <p:spPr>
          <a:xfrm>
            <a:off x="7634183" y="19161456"/>
            <a:ext cx="1521123" cy="7337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076" tIns="63076" rIns="63076" bIns="63076" anchor="ctr">
            <a:spAutoFit/>
          </a:bodyPr>
          <a:lstStyle>
            <a:lvl1pPr>
              <a:defRPr b="1" sz="400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defRPr>
            </a:lvl1pPr>
          </a:lstStyle>
          <a:p>
            <a:pPr/>
            <a:r>
              <a:t>Alone</a:t>
            </a:r>
          </a:p>
        </p:txBody>
      </p:sp>
      <p:sp>
        <p:nvSpPr>
          <p:cNvPr id="203" name="Casque"/>
          <p:cNvSpPr/>
          <p:nvPr/>
        </p:nvSpPr>
        <p:spPr>
          <a:xfrm>
            <a:off x="7978659" y="16764839"/>
            <a:ext cx="537694" cy="6469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30" h="21518" fill="norm" stroke="1" extrusionOk="0">
                <a:moveTo>
                  <a:pt x="9244" y="4"/>
                </a:moveTo>
                <a:cubicBezTo>
                  <a:pt x="5439" y="89"/>
                  <a:pt x="689" y="3406"/>
                  <a:pt x="842" y="8320"/>
                </a:cubicBezTo>
                <a:cubicBezTo>
                  <a:pt x="61" y="9004"/>
                  <a:pt x="-415" y="9826"/>
                  <a:pt x="501" y="9829"/>
                </a:cubicBezTo>
                <a:cubicBezTo>
                  <a:pt x="1190" y="9832"/>
                  <a:pt x="19460" y="9829"/>
                  <a:pt x="20659" y="9829"/>
                </a:cubicBezTo>
                <a:cubicBezTo>
                  <a:pt x="21078" y="9829"/>
                  <a:pt x="21185" y="9479"/>
                  <a:pt x="20752" y="9159"/>
                </a:cubicBezTo>
                <a:cubicBezTo>
                  <a:pt x="20319" y="8839"/>
                  <a:pt x="18764" y="7947"/>
                  <a:pt x="18118" y="7601"/>
                </a:cubicBezTo>
                <a:cubicBezTo>
                  <a:pt x="18064" y="5863"/>
                  <a:pt x="16627" y="3075"/>
                  <a:pt x="16219" y="2702"/>
                </a:cubicBezTo>
                <a:cubicBezTo>
                  <a:pt x="15788" y="2442"/>
                  <a:pt x="15205" y="2330"/>
                  <a:pt x="15205" y="2330"/>
                </a:cubicBezTo>
                <a:lnTo>
                  <a:pt x="14948" y="1292"/>
                </a:lnTo>
                <a:cubicBezTo>
                  <a:pt x="14948" y="1292"/>
                  <a:pt x="13050" y="-82"/>
                  <a:pt x="9244" y="4"/>
                </a:cubicBezTo>
                <a:close/>
                <a:moveTo>
                  <a:pt x="1996" y="10240"/>
                </a:moveTo>
                <a:cubicBezTo>
                  <a:pt x="2002" y="10434"/>
                  <a:pt x="2014" y="10625"/>
                  <a:pt x="2034" y="10813"/>
                </a:cubicBezTo>
                <a:cubicBezTo>
                  <a:pt x="2471" y="10713"/>
                  <a:pt x="2959" y="10599"/>
                  <a:pt x="3311" y="10513"/>
                </a:cubicBezTo>
                <a:cubicBezTo>
                  <a:pt x="3518" y="10463"/>
                  <a:pt x="3634" y="10387"/>
                  <a:pt x="3632" y="10301"/>
                </a:cubicBezTo>
                <a:lnTo>
                  <a:pt x="3608" y="10240"/>
                </a:lnTo>
                <a:lnTo>
                  <a:pt x="1996" y="10240"/>
                </a:lnTo>
                <a:close/>
                <a:moveTo>
                  <a:pt x="4139" y="10240"/>
                </a:moveTo>
                <a:cubicBezTo>
                  <a:pt x="4153" y="10345"/>
                  <a:pt x="4162" y="10759"/>
                  <a:pt x="3452" y="10931"/>
                </a:cubicBezTo>
                <a:cubicBezTo>
                  <a:pt x="2635" y="11129"/>
                  <a:pt x="1123" y="11468"/>
                  <a:pt x="1123" y="11468"/>
                </a:cubicBezTo>
                <a:lnTo>
                  <a:pt x="1757" y="13228"/>
                </a:lnTo>
                <a:lnTo>
                  <a:pt x="13165" y="10240"/>
                </a:lnTo>
                <a:lnTo>
                  <a:pt x="4139" y="10240"/>
                </a:lnTo>
                <a:close/>
                <a:moveTo>
                  <a:pt x="14900" y="10240"/>
                </a:moveTo>
                <a:lnTo>
                  <a:pt x="14266" y="10407"/>
                </a:lnTo>
                <a:lnTo>
                  <a:pt x="2737" y="13425"/>
                </a:lnTo>
                <a:cubicBezTo>
                  <a:pt x="3404" y="15068"/>
                  <a:pt x="4316" y="16511"/>
                  <a:pt x="4563" y="17863"/>
                </a:cubicBezTo>
                <a:cubicBezTo>
                  <a:pt x="4966" y="20067"/>
                  <a:pt x="3119" y="21518"/>
                  <a:pt x="3119" y="21518"/>
                </a:cubicBezTo>
                <a:lnTo>
                  <a:pt x="12443" y="21518"/>
                </a:lnTo>
                <a:cubicBezTo>
                  <a:pt x="13033" y="18812"/>
                  <a:pt x="14155" y="19308"/>
                  <a:pt x="15134" y="19283"/>
                </a:cubicBezTo>
                <a:cubicBezTo>
                  <a:pt x="16113" y="19259"/>
                  <a:pt x="17322" y="19014"/>
                  <a:pt x="17120" y="17900"/>
                </a:cubicBezTo>
                <a:cubicBezTo>
                  <a:pt x="16985" y="17155"/>
                  <a:pt x="17153" y="16918"/>
                  <a:pt x="17484" y="16523"/>
                </a:cubicBezTo>
                <a:cubicBezTo>
                  <a:pt x="17816" y="16128"/>
                  <a:pt x="17156" y="15773"/>
                  <a:pt x="17156" y="15773"/>
                </a:cubicBezTo>
                <a:lnTo>
                  <a:pt x="17538" y="15588"/>
                </a:lnTo>
                <a:cubicBezTo>
                  <a:pt x="17720" y="15500"/>
                  <a:pt x="17812" y="15322"/>
                  <a:pt x="17766" y="15148"/>
                </a:cubicBezTo>
                <a:cubicBezTo>
                  <a:pt x="17747" y="15079"/>
                  <a:pt x="17727" y="14994"/>
                  <a:pt x="17702" y="14892"/>
                </a:cubicBezTo>
                <a:cubicBezTo>
                  <a:pt x="17620" y="14550"/>
                  <a:pt x="17798" y="14255"/>
                  <a:pt x="18132" y="14149"/>
                </a:cubicBezTo>
                <a:cubicBezTo>
                  <a:pt x="18431" y="14055"/>
                  <a:pt x="18645" y="13927"/>
                  <a:pt x="18795" y="13804"/>
                </a:cubicBezTo>
                <a:cubicBezTo>
                  <a:pt x="18999" y="13637"/>
                  <a:pt x="18997" y="13350"/>
                  <a:pt x="18845" y="13147"/>
                </a:cubicBezTo>
                <a:cubicBezTo>
                  <a:pt x="18291" y="12406"/>
                  <a:pt x="17726" y="11593"/>
                  <a:pt x="17336" y="11069"/>
                </a:cubicBezTo>
                <a:cubicBezTo>
                  <a:pt x="17098" y="10750"/>
                  <a:pt x="17117" y="10492"/>
                  <a:pt x="17201" y="10240"/>
                </a:cubicBezTo>
                <a:lnTo>
                  <a:pt x="14900" y="10240"/>
                </a:lnTo>
                <a:close/>
                <a:moveTo>
                  <a:pt x="5775" y="11030"/>
                </a:moveTo>
                <a:cubicBezTo>
                  <a:pt x="5870" y="11039"/>
                  <a:pt x="5955" y="11094"/>
                  <a:pt x="5985" y="11177"/>
                </a:cubicBezTo>
                <a:cubicBezTo>
                  <a:pt x="6024" y="11287"/>
                  <a:pt x="5950" y="11404"/>
                  <a:pt x="5820" y="11438"/>
                </a:cubicBezTo>
                <a:cubicBezTo>
                  <a:pt x="5691" y="11472"/>
                  <a:pt x="5553" y="11409"/>
                  <a:pt x="5514" y="11298"/>
                </a:cubicBezTo>
                <a:cubicBezTo>
                  <a:pt x="5474" y="11188"/>
                  <a:pt x="5548" y="11071"/>
                  <a:pt x="5678" y="11037"/>
                </a:cubicBezTo>
                <a:cubicBezTo>
                  <a:pt x="5710" y="11029"/>
                  <a:pt x="5743" y="11027"/>
                  <a:pt x="5775" y="11030"/>
                </a:cubicBezTo>
                <a:close/>
                <a:moveTo>
                  <a:pt x="4911" y="11253"/>
                </a:moveTo>
                <a:cubicBezTo>
                  <a:pt x="5007" y="11261"/>
                  <a:pt x="5092" y="11318"/>
                  <a:pt x="5121" y="11401"/>
                </a:cubicBezTo>
                <a:cubicBezTo>
                  <a:pt x="5161" y="11511"/>
                  <a:pt x="5089" y="11627"/>
                  <a:pt x="4959" y="11660"/>
                </a:cubicBezTo>
                <a:cubicBezTo>
                  <a:pt x="4829" y="11694"/>
                  <a:pt x="4692" y="11633"/>
                  <a:pt x="4652" y="11522"/>
                </a:cubicBezTo>
                <a:cubicBezTo>
                  <a:pt x="4613" y="11412"/>
                  <a:pt x="4685" y="11295"/>
                  <a:pt x="4814" y="11261"/>
                </a:cubicBezTo>
                <a:cubicBezTo>
                  <a:pt x="4847" y="11253"/>
                  <a:pt x="4880" y="11250"/>
                  <a:pt x="4911" y="11253"/>
                </a:cubicBezTo>
                <a:close/>
                <a:moveTo>
                  <a:pt x="4050" y="11477"/>
                </a:moveTo>
                <a:cubicBezTo>
                  <a:pt x="4145" y="11485"/>
                  <a:pt x="4230" y="11540"/>
                  <a:pt x="4260" y="11623"/>
                </a:cubicBezTo>
                <a:cubicBezTo>
                  <a:pt x="4300" y="11734"/>
                  <a:pt x="4225" y="11851"/>
                  <a:pt x="4096" y="11884"/>
                </a:cubicBezTo>
                <a:cubicBezTo>
                  <a:pt x="3966" y="11918"/>
                  <a:pt x="3828" y="11857"/>
                  <a:pt x="3789" y="11746"/>
                </a:cubicBezTo>
                <a:cubicBezTo>
                  <a:pt x="3749" y="11636"/>
                  <a:pt x="3823" y="11519"/>
                  <a:pt x="3953" y="11485"/>
                </a:cubicBezTo>
                <a:cubicBezTo>
                  <a:pt x="3985" y="11477"/>
                  <a:pt x="4018" y="11474"/>
                  <a:pt x="4050" y="11477"/>
                </a:cubicBezTo>
                <a:close/>
                <a:moveTo>
                  <a:pt x="3189" y="11701"/>
                </a:moveTo>
                <a:cubicBezTo>
                  <a:pt x="3284" y="11709"/>
                  <a:pt x="3367" y="11764"/>
                  <a:pt x="3397" y="11847"/>
                </a:cubicBezTo>
                <a:cubicBezTo>
                  <a:pt x="3436" y="11958"/>
                  <a:pt x="3364" y="12075"/>
                  <a:pt x="3234" y="12108"/>
                </a:cubicBezTo>
                <a:cubicBezTo>
                  <a:pt x="3104" y="12142"/>
                  <a:pt x="2967" y="12079"/>
                  <a:pt x="2927" y="11968"/>
                </a:cubicBezTo>
                <a:cubicBezTo>
                  <a:pt x="2888" y="11858"/>
                  <a:pt x="2962" y="11741"/>
                  <a:pt x="3092" y="11707"/>
                </a:cubicBezTo>
                <a:cubicBezTo>
                  <a:pt x="3124" y="11699"/>
                  <a:pt x="3157" y="11698"/>
                  <a:pt x="3189" y="11701"/>
                </a:cubicBezTo>
                <a:close/>
                <a:moveTo>
                  <a:pt x="2325" y="11923"/>
                </a:moveTo>
                <a:cubicBezTo>
                  <a:pt x="2420" y="11931"/>
                  <a:pt x="2505" y="11987"/>
                  <a:pt x="2535" y="12069"/>
                </a:cubicBezTo>
                <a:cubicBezTo>
                  <a:pt x="2575" y="12180"/>
                  <a:pt x="2503" y="12297"/>
                  <a:pt x="2373" y="12331"/>
                </a:cubicBezTo>
                <a:cubicBezTo>
                  <a:pt x="2243" y="12364"/>
                  <a:pt x="2105" y="12303"/>
                  <a:pt x="2066" y="12192"/>
                </a:cubicBezTo>
                <a:cubicBezTo>
                  <a:pt x="2026" y="12082"/>
                  <a:pt x="2098" y="11965"/>
                  <a:pt x="2228" y="11931"/>
                </a:cubicBezTo>
                <a:cubicBezTo>
                  <a:pt x="2261" y="11923"/>
                  <a:pt x="2293" y="11920"/>
                  <a:pt x="2325" y="11923"/>
                </a:cubicBezTo>
                <a:close/>
              </a:path>
            </a:pathLst>
          </a:custGeom>
          <a:solidFill>
            <a:schemeClr val="accent5">
              <a:hueOff val="-82419"/>
              <a:satOff val="-9513"/>
              <a:lumOff val="-16343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204" name="Casque"/>
          <p:cNvSpPr/>
          <p:nvPr/>
        </p:nvSpPr>
        <p:spPr>
          <a:xfrm>
            <a:off x="8222841" y="16833680"/>
            <a:ext cx="537695" cy="6469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30" h="21518" fill="norm" stroke="1" extrusionOk="0">
                <a:moveTo>
                  <a:pt x="9244" y="4"/>
                </a:moveTo>
                <a:cubicBezTo>
                  <a:pt x="5439" y="89"/>
                  <a:pt x="689" y="3406"/>
                  <a:pt x="842" y="8320"/>
                </a:cubicBezTo>
                <a:cubicBezTo>
                  <a:pt x="61" y="9004"/>
                  <a:pt x="-415" y="9826"/>
                  <a:pt x="501" y="9829"/>
                </a:cubicBezTo>
                <a:cubicBezTo>
                  <a:pt x="1190" y="9832"/>
                  <a:pt x="19460" y="9829"/>
                  <a:pt x="20659" y="9829"/>
                </a:cubicBezTo>
                <a:cubicBezTo>
                  <a:pt x="21078" y="9829"/>
                  <a:pt x="21185" y="9479"/>
                  <a:pt x="20752" y="9159"/>
                </a:cubicBezTo>
                <a:cubicBezTo>
                  <a:pt x="20319" y="8839"/>
                  <a:pt x="18764" y="7947"/>
                  <a:pt x="18118" y="7601"/>
                </a:cubicBezTo>
                <a:cubicBezTo>
                  <a:pt x="18064" y="5863"/>
                  <a:pt x="16627" y="3075"/>
                  <a:pt x="16219" y="2702"/>
                </a:cubicBezTo>
                <a:cubicBezTo>
                  <a:pt x="15788" y="2442"/>
                  <a:pt x="15205" y="2330"/>
                  <a:pt x="15205" y="2330"/>
                </a:cubicBezTo>
                <a:lnTo>
                  <a:pt x="14948" y="1292"/>
                </a:lnTo>
                <a:cubicBezTo>
                  <a:pt x="14948" y="1292"/>
                  <a:pt x="13050" y="-82"/>
                  <a:pt x="9244" y="4"/>
                </a:cubicBezTo>
                <a:close/>
                <a:moveTo>
                  <a:pt x="1996" y="10240"/>
                </a:moveTo>
                <a:cubicBezTo>
                  <a:pt x="2002" y="10434"/>
                  <a:pt x="2014" y="10625"/>
                  <a:pt x="2034" y="10813"/>
                </a:cubicBezTo>
                <a:cubicBezTo>
                  <a:pt x="2471" y="10713"/>
                  <a:pt x="2959" y="10599"/>
                  <a:pt x="3311" y="10513"/>
                </a:cubicBezTo>
                <a:cubicBezTo>
                  <a:pt x="3518" y="10463"/>
                  <a:pt x="3634" y="10387"/>
                  <a:pt x="3632" y="10301"/>
                </a:cubicBezTo>
                <a:lnTo>
                  <a:pt x="3608" y="10240"/>
                </a:lnTo>
                <a:lnTo>
                  <a:pt x="1996" y="10240"/>
                </a:lnTo>
                <a:close/>
                <a:moveTo>
                  <a:pt x="4139" y="10240"/>
                </a:moveTo>
                <a:cubicBezTo>
                  <a:pt x="4153" y="10345"/>
                  <a:pt x="4162" y="10759"/>
                  <a:pt x="3452" y="10931"/>
                </a:cubicBezTo>
                <a:cubicBezTo>
                  <a:pt x="2635" y="11129"/>
                  <a:pt x="1123" y="11468"/>
                  <a:pt x="1123" y="11468"/>
                </a:cubicBezTo>
                <a:lnTo>
                  <a:pt x="1757" y="13228"/>
                </a:lnTo>
                <a:lnTo>
                  <a:pt x="13165" y="10240"/>
                </a:lnTo>
                <a:lnTo>
                  <a:pt x="4139" y="10240"/>
                </a:lnTo>
                <a:close/>
                <a:moveTo>
                  <a:pt x="14900" y="10240"/>
                </a:moveTo>
                <a:lnTo>
                  <a:pt x="14266" y="10407"/>
                </a:lnTo>
                <a:lnTo>
                  <a:pt x="2737" y="13425"/>
                </a:lnTo>
                <a:cubicBezTo>
                  <a:pt x="3404" y="15068"/>
                  <a:pt x="4316" y="16511"/>
                  <a:pt x="4563" y="17863"/>
                </a:cubicBezTo>
                <a:cubicBezTo>
                  <a:pt x="4966" y="20067"/>
                  <a:pt x="3119" y="21518"/>
                  <a:pt x="3119" y="21518"/>
                </a:cubicBezTo>
                <a:lnTo>
                  <a:pt x="12443" y="21518"/>
                </a:lnTo>
                <a:cubicBezTo>
                  <a:pt x="13033" y="18812"/>
                  <a:pt x="14155" y="19308"/>
                  <a:pt x="15134" y="19283"/>
                </a:cubicBezTo>
                <a:cubicBezTo>
                  <a:pt x="16113" y="19259"/>
                  <a:pt x="17322" y="19014"/>
                  <a:pt x="17120" y="17900"/>
                </a:cubicBezTo>
                <a:cubicBezTo>
                  <a:pt x="16985" y="17155"/>
                  <a:pt x="17153" y="16918"/>
                  <a:pt x="17484" y="16523"/>
                </a:cubicBezTo>
                <a:cubicBezTo>
                  <a:pt x="17816" y="16128"/>
                  <a:pt x="17156" y="15773"/>
                  <a:pt x="17156" y="15773"/>
                </a:cubicBezTo>
                <a:lnTo>
                  <a:pt x="17538" y="15588"/>
                </a:lnTo>
                <a:cubicBezTo>
                  <a:pt x="17720" y="15500"/>
                  <a:pt x="17812" y="15322"/>
                  <a:pt x="17766" y="15148"/>
                </a:cubicBezTo>
                <a:cubicBezTo>
                  <a:pt x="17747" y="15079"/>
                  <a:pt x="17727" y="14994"/>
                  <a:pt x="17702" y="14892"/>
                </a:cubicBezTo>
                <a:cubicBezTo>
                  <a:pt x="17620" y="14550"/>
                  <a:pt x="17798" y="14255"/>
                  <a:pt x="18132" y="14149"/>
                </a:cubicBezTo>
                <a:cubicBezTo>
                  <a:pt x="18431" y="14055"/>
                  <a:pt x="18645" y="13927"/>
                  <a:pt x="18795" y="13804"/>
                </a:cubicBezTo>
                <a:cubicBezTo>
                  <a:pt x="18999" y="13637"/>
                  <a:pt x="18997" y="13350"/>
                  <a:pt x="18845" y="13147"/>
                </a:cubicBezTo>
                <a:cubicBezTo>
                  <a:pt x="18291" y="12406"/>
                  <a:pt x="17726" y="11593"/>
                  <a:pt x="17336" y="11069"/>
                </a:cubicBezTo>
                <a:cubicBezTo>
                  <a:pt x="17098" y="10750"/>
                  <a:pt x="17117" y="10492"/>
                  <a:pt x="17201" y="10240"/>
                </a:cubicBezTo>
                <a:lnTo>
                  <a:pt x="14900" y="10240"/>
                </a:lnTo>
                <a:close/>
                <a:moveTo>
                  <a:pt x="5775" y="11030"/>
                </a:moveTo>
                <a:cubicBezTo>
                  <a:pt x="5870" y="11039"/>
                  <a:pt x="5955" y="11094"/>
                  <a:pt x="5985" y="11177"/>
                </a:cubicBezTo>
                <a:cubicBezTo>
                  <a:pt x="6024" y="11287"/>
                  <a:pt x="5950" y="11404"/>
                  <a:pt x="5820" y="11438"/>
                </a:cubicBezTo>
                <a:cubicBezTo>
                  <a:pt x="5691" y="11472"/>
                  <a:pt x="5553" y="11409"/>
                  <a:pt x="5514" y="11298"/>
                </a:cubicBezTo>
                <a:cubicBezTo>
                  <a:pt x="5474" y="11188"/>
                  <a:pt x="5548" y="11071"/>
                  <a:pt x="5678" y="11037"/>
                </a:cubicBezTo>
                <a:cubicBezTo>
                  <a:pt x="5710" y="11029"/>
                  <a:pt x="5743" y="11027"/>
                  <a:pt x="5775" y="11030"/>
                </a:cubicBezTo>
                <a:close/>
                <a:moveTo>
                  <a:pt x="4911" y="11253"/>
                </a:moveTo>
                <a:cubicBezTo>
                  <a:pt x="5007" y="11261"/>
                  <a:pt x="5092" y="11318"/>
                  <a:pt x="5121" y="11401"/>
                </a:cubicBezTo>
                <a:cubicBezTo>
                  <a:pt x="5161" y="11511"/>
                  <a:pt x="5089" y="11627"/>
                  <a:pt x="4959" y="11660"/>
                </a:cubicBezTo>
                <a:cubicBezTo>
                  <a:pt x="4829" y="11694"/>
                  <a:pt x="4692" y="11633"/>
                  <a:pt x="4652" y="11522"/>
                </a:cubicBezTo>
                <a:cubicBezTo>
                  <a:pt x="4613" y="11412"/>
                  <a:pt x="4685" y="11295"/>
                  <a:pt x="4814" y="11261"/>
                </a:cubicBezTo>
                <a:cubicBezTo>
                  <a:pt x="4847" y="11253"/>
                  <a:pt x="4880" y="11250"/>
                  <a:pt x="4911" y="11253"/>
                </a:cubicBezTo>
                <a:close/>
                <a:moveTo>
                  <a:pt x="4050" y="11477"/>
                </a:moveTo>
                <a:cubicBezTo>
                  <a:pt x="4145" y="11485"/>
                  <a:pt x="4230" y="11540"/>
                  <a:pt x="4260" y="11623"/>
                </a:cubicBezTo>
                <a:cubicBezTo>
                  <a:pt x="4300" y="11734"/>
                  <a:pt x="4225" y="11851"/>
                  <a:pt x="4096" y="11884"/>
                </a:cubicBezTo>
                <a:cubicBezTo>
                  <a:pt x="3966" y="11918"/>
                  <a:pt x="3828" y="11857"/>
                  <a:pt x="3789" y="11746"/>
                </a:cubicBezTo>
                <a:cubicBezTo>
                  <a:pt x="3749" y="11636"/>
                  <a:pt x="3823" y="11519"/>
                  <a:pt x="3953" y="11485"/>
                </a:cubicBezTo>
                <a:cubicBezTo>
                  <a:pt x="3985" y="11477"/>
                  <a:pt x="4018" y="11474"/>
                  <a:pt x="4050" y="11477"/>
                </a:cubicBezTo>
                <a:close/>
                <a:moveTo>
                  <a:pt x="3189" y="11701"/>
                </a:moveTo>
                <a:cubicBezTo>
                  <a:pt x="3284" y="11709"/>
                  <a:pt x="3367" y="11764"/>
                  <a:pt x="3397" y="11847"/>
                </a:cubicBezTo>
                <a:cubicBezTo>
                  <a:pt x="3436" y="11958"/>
                  <a:pt x="3364" y="12075"/>
                  <a:pt x="3234" y="12108"/>
                </a:cubicBezTo>
                <a:cubicBezTo>
                  <a:pt x="3104" y="12142"/>
                  <a:pt x="2967" y="12079"/>
                  <a:pt x="2927" y="11968"/>
                </a:cubicBezTo>
                <a:cubicBezTo>
                  <a:pt x="2888" y="11858"/>
                  <a:pt x="2962" y="11741"/>
                  <a:pt x="3092" y="11707"/>
                </a:cubicBezTo>
                <a:cubicBezTo>
                  <a:pt x="3124" y="11699"/>
                  <a:pt x="3157" y="11698"/>
                  <a:pt x="3189" y="11701"/>
                </a:cubicBezTo>
                <a:close/>
                <a:moveTo>
                  <a:pt x="2325" y="11923"/>
                </a:moveTo>
                <a:cubicBezTo>
                  <a:pt x="2420" y="11931"/>
                  <a:pt x="2505" y="11987"/>
                  <a:pt x="2535" y="12069"/>
                </a:cubicBezTo>
                <a:cubicBezTo>
                  <a:pt x="2575" y="12180"/>
                  <a:pt x="2503" y="12297"/>
                  <a:pt x="2373" y="12331"/>
                </a:cubicBezTo>
                <a:cubicBezTo>
                  <a:pt x="2243" y="12364"/>
                  <a:pt x="2105" y="12303"/>
                  <a:pt x="2066" y="12192"/>
                </a:cubicBezTo>
                <a:cubicBezTo>
                  <a:pt x="2026" y="12082"/>
                  <a:pt x="2098" y="11965"/>
                  <a:pt x="2228" y="11931"/>
                </a:cubicBezTo>
                <a:cubicBezTo>
                  <a:pt x="2261" y="11923"/>
                  <a:pt x="2293" y="11920"/>
                  <a:pt x="2325" y="11923"/>
                </a:cubicBezTo>
                <a:close/>
              </a:path>
            </a:pathLst>
          </a:custGeom>
          <a:solidFill>
            <a:schemeClr val="accent3">
              <a:hueOff val="362282"/>
              <a:satOff val="31803"/>
              <a:lumOff val="-18242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205" name="Rectangle aux angles arrondis"/>
          <p:cNvSpPr/>
          <p:nvPr/>
        </p:nvSpPr>
        <p:spPr>
          <a:xfrm>
            <a:off x="7376110" y="26816583"/>
            <a:ext cx="6908907" cy="3872461"/>
          </a:xfrm>
          <a:prstGeom prst="roundRect">
            <a:avLst>
              <a:gd name="adj" fmla="val 11924"/>
            </a:avLst>
          </a:prstGeom>
          <a:solidFill>
            <a:schemeClr val="accent5">
              <a:hueOff val="-82419"/>
              <a:satOff val="-9513"/>
              <a:lumOff val="-16343"/>
              <a:alpha val="30000"/>
            </a:schemeClr>
          </a:solidFill>
          <a:ln w="63500">
            <a:solidFill>
              <a:schemeClr val="accent1">
                <a:hueOff val="114395"/>
                <a:lumOff val="-24975"/>
                <a:alpha val="30000"/>
              </a:schemeClr>
            </a:solidFill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206" name="Casque"/>
          <p:cNvSpPr/>
          <p:nvPr/>
        </p:nvSpPr>
        <p:spPr>
          <a:xfrm>
            <a:off x="8134053" y="27524286"/>
            <a:ext cx="791695" cy="952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30" h="21518" fill="norm" stroke="1" extrusionOk="0">
                <a:moveTo>
                  <a:pt x="9244" y="4"/>
                </a:moveTo>
                <a:cubicBezTo>
                  <a:pt x="5439" y="89"/>
                  <a:pt x="689" y="3406"/>
                  <a:pt x="842" y="8320"/>
                </a:cubicBezTo>
                <a:cubicBezTo>
                  <a:pt x="61" y="9004"/>
                  <a:pt x="-415" y="9826"/>
                  <a:pt x="501" y="9829"/>
                </a:cubicBezTo>
                <a:cubicBezTo>
                  <a:pt x="1190" y="9832"/>
                  <a:pt x="19460" y="9829"/>
                  <a:pt x="20659" y="9829"/>
                </a:cubicBezTo>
                <a:cubicBezTo>
                  <a:pt x="21078" y="9829"/>
                  <a:pt x="21185" y="9479"/>
                  <a:pt x="20752" y="9159"/>
                </a:cubicBezTo>
                <a:cubicBezTo>
                  <a:pt x="20319" y="8839"/>
                  <a:pt x="18764" y="7947"/>
                  <a:pt x="18118" y="7601"/>
                </a:cubicBezTo>
                <a:cubicBezTo>
                  <a:pt x="18064" y="5863"/>
                  <a:pt x="16627" y="3075"/>
                  <a:pt x="16219" y="2702"/>
                </a:cubicBezTo>
                <a:cubicBezTo>
                  <a:pt x="15788" y="2442"/>
                  <a:pt x="15205" y="2330"/>
                  <a:pt x="15205" y="2330"/>
                </a:cubicBezTo>
                <a:lnTo>
                  <a:pt x="14948" y="1292"/>
                </a:lnTo>
                <a:cubicBezTo>
                  <a:pt x="14948" y="1292"/>
                  <a:pt x="13050" y="-82"/>
                  <a:pt x="9244" y="4"/>
                </a:cubicBezTo>
                <a:close/>
                <a:moveTo>
                  <a:pt x="1996" y="10240"/>
                </a:moveTo>
                <a:cubicBezTo>
                  <a:pt x="2002" y="10434"/>
                  <a:pt x="2014" y="10625"/>
                  <a:pt x="2034" y="10813"/>
                </a:cubicBezTo>
                <a:cubicBezTo>
                  <a:pt x="2471" y="10713"/>
                  <a:pt x="2959" y="10599"/>
                  <a:pt x="3311" y="10513"/>
                </a:cubicBezTo>
                <a:cubicBezTo>
                  <a:pt x="3518" y="10463"/>
                  <a:pt x="3634" y="10387"/>
                  <a:pt x="3632" y="10301"/>
                </a:cubicBezTo>
                <a:lnTo>
                  <a:pt x="3608" y="10240"/>
                </a:lnTo>
                <a:lnTo>
                  <a:pt x="1996" y="10240"/>
                </a:lnTo>
                <a:close/>
                <a:moveTo>
                  <a:pt x="4139" y="10240"/>
                </a:moveTo>
                <a:cubicBezTo>
                  <a:pt x="4153" y="10345"/>
                  <a:pt x="4162" y="10759"/>
                  <a:pt x="3452" y="10931"/>
                </a:cubicBezTo>
                <a:cubicBezTo>
                  <a:pt x="2635" y="11129"/>
                  <a:pt x="1123" y="11468"/>
                  <a:pt x="1123" y="11468"/>
                </a:cubicBezTo>
                <a:lnTo>
                  <a:pt x="1757" y="13228"/>
                </a:lnTo>
                <a:lnTo>
                  <a:pt x="13165" y="10240"/>
                </a:lnTo>
                <a:lnTo>
                  <a:pt x="4139" y="10240"/>
                </a:lnTo>
                <a:close/>
                <a:moveTo>
                  <a:pt x="14900" y="10240"/>
                </a:moveTo>
                <a:lnTo>
                  <a:pt x="14266" y="10407"/>
                </a:lnTo>
                <a:lnTo>
                  <a:pt x="2737" y="13425"/>
                </a:lnTo>
                <a:cubicBezTo>
                  <a:pt x="3404" y="15068"/>
                  <a:pt x="4316" y="16511"/>
                  <a:pt x="4563" y="17863"/>
                </a:cubicBezTo>
                <a:cubicBezTo>
                  <a:pt x="4966" y="20067"/>
                  <a:pt x="3119" y="21518"/>
                  <a:pt x="3119" y="21518"/>
                </a:cubicBezTo>
                <a:lnTo>
                  <a:pt x="12443" y="21518"/>
                </a:lnTo>
                <a:cubicBezTo>
                  <a:pt x="13033" y="18812"/>
                  <a:pt x="14155" y="19308"/>
                  <a:pt x="15134" y="19283"/>
                </a:cubicBezTo>
                <a:cubicBezTo>
                  <a:pt x="16113" y="19259"/>
                  <a:pt x="17322" y="19014"/>
                  <a:pt x="17120" y="17900"/>
                </a:cubicBezTo>
                <a:cubicBezTo>
                  <a:pt x="16985" y="17155"/>
                  <a:pt x="17153" y="16918"/>
                  <a:pt x="17484" y="16523"/>
                </a:cubicBezTo>
                <a:cubicBezTo>
                  <a:pt x="17816" y="16128"/>
                  <a:pt x="17156" y="15773"/>
                  <a:pt x="17156" y="15773"/>
                </a:cubicBezTo>
                <a:lnTo>
                  <a:pt x="17538" y="15588"/>
                </a:lnTo>
                <a:cubicBezTo>
                  <a:pt x="17720" y="15500"/>
                  <a:pt x="17812" y="15322"/>
                  <a:pt x="17766" y="15148"/>
                </a:cubicBezTo>
                <a:cubicBezTo>
                  <a:pt x="17747" y="15079"/>
                  <a:pt x="17727" y="14994"/>
                  <a:pt x="17702" y="14892"/>
                </a:cubicBezTo>
                <a:cubicBezTo>
                  <a:pt x="17620" y="14550"/>
                  <a:pt x="17798" y="14255"/>
                  <a:pt x="18132" y="14149"/>
                </a:cubicBezTo>
                <a:cubicBezTo>
                  <a:pt x="18431" y="14055"/>
                  <a:pt x="18645" y="13927"/>
                  <a:pt x="18795" y="13804"/>
                </a:cubicBezTo>
                <a:cubicBezTo>
                  <a:pt x="18999" y="13637"/>
                  <a:pt x="18997" y="13350"/>
                  <a:pt x="18845" y="13147"/>
                </a:cubicBezTo>
                <a:cubicBezTo>
                  <a:pt x="18291" y="12406"/>
                  <a:pt x="17726" y="11593"/>
                  <a:pt x="17336" y="11069"/>
                </a:cubicBezTo>
                <a:cubicBezTo>
                  <a:pt x="17098" y="10750"/>
                  <a:pt x="17117" y="10492"/>
                  <a:pt x="17201" y="10240"/>
                </a:cubicBezTo>
                <a:lnTo>
                  <a:pt x="14900" y="10240"/>
                </a:lnTo>
                <a:close/>
                <a:moveTo>
                  <a:pt x="5775" y="11030"/>
                </a:moveTo>
                <a:cubicBezTo>
                  <a:pt x="5870" y="11039"/>
                  <a:pt x="5955" y="11094"/>
                  <a:pt x="5985" y="11177"/>
                </a:cubicBezTo>
                <a:cubicBezTo>
                  <a:pt x="6024" y="11287"/>
                  <a:pt x="5950" y="11404"/>
                  <a:pt x="5820" y="11438"/>
                </a:cubicBezTo>
                <a:cubicBezTo>
                  <a:pt x="5691" y="11472"/>
                  <a:pt x="5553" y="11409"/>
                  <a:pt x="5514" y="11298"/>
                </a:cubicBezTo>
                <a:cubicBezTo>
                  <a:pt x="5474" y="11188"/>
                  <a:pt x="5548" y="11071"/>
                  <a:pt x="5678" y="11037"/>
                </a:cubicBezTo>
                <a:cubicBezTo>
                  <a:pt x="5710" y="11029"/>
                  <a:pt x="5743" y="11027"/>
                  <a:pt x="5775" y="11030"/>
                </a:cubicBezTo>
                <a:close/>
                <a:moveTo>
                  <a:pt x="4911" y="11253"/>
                </a:moveTo>
                <a:cubicBezTo>
                  <a:pt x="5007" y="11261"/>
                  <a:pt x="5092" y="11318"/>
                  <a:pt x="5121" y="11401"/>
                </a:cubicBezTo>
                <a:cubicBezTo>
                  <a:pt x="5161" y="11511"/>
                  <a:pt x="5089" y="11627"/>
                  <a:pt x="4959" y="11660"/>
                </a:cubicBezTo>
                <a:cubicBezTo>
                  <a:pt x="4829" y="11694"/>
                  <a:pt x="4692" y="11633"/>
                  <a:pt x="4652" y="11522"/>
                </a:cubicBezTo>
                <a:cubicBezTo>
                  <a:pt x="4613" y="11412"/>
                  <a:pt x="4685" y="11295"/>
                  <a:pt x="4814" y="11261"/>
                </a:cubicBezTo>
                <a:cubicBezTo>
                  <a:pt x="4847" y="11253"/>
                  <a:pt x="4880" y="11250"/>
                  <a:pt x="4911" y="11253"/>
                </a:cubicBezTo>
                <a:close/>
                <a:moveTo>
                  <a:pt x="4050" y="11477"/>
                </a:moveTo>
                <a:cubicBezTo>
                  <a:pt x="4145" y="11485"/>
                  <a:pt x="4230" y="11540"/>
                  <a:pt x="4260" y="11623"/>
                </a:cubicBezTo>
                <a:cubicBezTo>
                  <a:pt x="4300" y="11734"/>
                  <a:pt x="4225" y="11851"/>
                  <a:pt x="4096" y="11884"/>
                </a:cubicBezTo>
                <a:cubicBezTo>
                  <a:pt x="3966" y="11918"/>
                  <a:pt x="3828" y="11857"/>
                  <a:pt x="3789" y="11746"/>
                </a:cubicBezTo>
                <a:cubicBezTo>
                  <a:pt x="3749" y="11636"/>
                  <a:pt x="3823" y="11519"/>
                  <a:pt x="3953" y="11485"/>
                </a:cubicBezTo>
                <a:cubicBezTo>
                  <a:pt x="3985" y="11477"/>
                  <a:pt x="4018" y="11474"/>
                  <a:pt x="4050" y="11477"/>
                </a:cubicBezTo>
                <a:close/>
                <a:moveTo>
                  <a:pt x="3189" y="11701"/>
                </a:moveTo>
                <a:cubicBezTo>
                  <a:pt x="3284" y="11709"/>
                  <a:pt x="3367" y="11764"/>
                  <a:pt x="3397" y="11847"/>
                </a:cubicBezTo>
                <a:cubicBezTo>
                  <a:pt x="3436" y="11958"/>
                  <a:pt x="3364" y="12075"/>
                  <a:pt x="3234" y="12108"/>
                </a:cubicBezTo>
                <a:cubicBezTo>
                  <a:pt x="3104" y="12142"/>
                  <a:pt x="2967" y="12079"/>
                  <a:pt x="2927" y="11968"/>
                </a:cubicBezTo>
                <a:cubicBezTo>
                  <a:pt x="2888" y="11858"/>
                  <a:pt x="2962" y="11741"/>
                  <a:pt x="3092" y="11707"/>
                </a:cubicBezTo>
                <a:cubicBezTo>
                  <a:pt x="3124" y="11699"/>
                  <a:pt x="3157" y="11698"/>
                  <a:pt x="3189" y="11701"/>
                </a:cubicBezTo>
                <a:close/>
                <a:moveTo>
                  <a:pt x="2325" y="11923"/>
                </a:moveTo>
                <a:cubicBezTo>
                  <a:pt x="2420" y="11931"/>
                  <a:pt x="2505" y="11987"/>
                  <a:pt x="2535" y="12069"/>
                </a:cubicBezTo>
                <a:cubicBezTo>
                  <a:pt x="2575" y="12180"/>
                  <a:pt x="2503" y="12297"/>
                  <a:pt x="2373" y="12331"/>
                </a:cubicBezTo>
                <a:cubicBezTo>
                  <a:pt x="2243" y="12364"/>
                  <a:pt x="2105" y="12303"/>
                  <a:pt x="2066" y="12192"/>
                </a:cubicBezTo>
                <a:cubicBezTo>
                  <a:pt x="2026" y="12082"/>
                  <a:pt x="2098" y="11965"/>
                  <a:pt x="2228" y="11931"/>
                </a:cubicBezTo>
                <a:cubicBezTo>
                  <a:pt x="2261" y="11923"/>
                  <a:pt x="2293" y="11920"/>
                  <a:pt x="2325" y="11923"/>
                </a:cubicBezTo>
                <a:close/>
              </a:path>
            </a:pathLst>
          </a:custGeom>
          <a:solidFill>
            <a:schemeClr val="accent5">
              <a:hueOff val="-82419"/>
              <a:satOff val="-9513"/>
              <a:lumOff val="-16343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207" name="Flèche"/>
          <p:cNvSpPr/>
          <p:nvPr/>
        </p:nvSpPr>
        <p:spPr>
          <a:xfrm>
            <a:off x="9171049" y="27644627"/>
            <a:ext cx="2519737" cy="681865"/>
          </a:xfrm>
          <a:prstGeom prst="rightArrow">
            <a:avLst>
              <a:gd name="adj1" fmla="val 38720"/>
              <a:gd name="adj2" fmla="val 119906"/>
            </a:avLst>
          </a:prstGeom>
          <a:gradFill>
            <a:gsLst>
              <a:gs pos="0">
                <a:srgbClr val="D5D5D5"/>
              </a:gs>
              <a:gs pos="100000">
                <a:srgbClr val="000000"/>
              </a:gs>
            </a:gsLst>
            <a:lin ang="21449088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208" name="Éclair"/>
          <p:cNvSpPr/>
          <p:nvPr/>
        </p:nvSpPr>
        <p:spPr>
          <a:xfrm>
            <a:off x="11941799" y="26945257"/>
            <a:ext cx="732551" cy="14224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83" fill="norm" stroke="1" extrusionOk="0">
                <a:moveTo>
                  <a:pt x="19015" y="0"/>
                </a:moveTo>
                <a:lnTo>
                  <a:pt x="0" y="12374"/>
                </a:lnTo>
                <a:lnTo>
                  <a:pt x="9106" y="12448"/>
                </a:lnTo>
                <a:cubicBezTo>
                  <a:pt x="9106" y="12448"/>
                  <a:pt x="3935" y="21161"/>
                  <a:pt x="3791" y="21380"/>
                </a:cubicBezTo>
                <a:cubicBezTo>
                  <a:pt x="3648" y="21600"/>
                  <a:pt x="21600" y="9446"/>
                  <a:pt x="21600" y="9446"/>
                </a:cubicBezTo>
                <a:lnTo>
                  <a:pt x="12838" y="9446"/>
                </a:lnTo>
                <a:lnTo>
                  <a:pt x="19015" y="0"/>
                </a:lnTo>
                <a:close/>
              </a:path>
            </a:pathLst>
          </a:custGeom>
          <a:solidFill>
            <a:schemeClr val="accent4">
              <a:hueOff val="-461056"/>
              <a:satOff val="4338"/>
              <a:lumOff val="-10225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209" name="Alone no level"/>
          <p:cNvSpPr txBox="1"/>
          <p:nvPr/>
        </p:nvSpPr>
        <p:spPr>
          <a:xfrm>
            <a:off x="8711821" y="26826313"/>
            <a:ext cx="3101447" cy="659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076" tIns="63076" rIns="63076" bIns="63076" anchor="ctr">
            <a:spAutoFit/>
          </a:bodyPr>
          <a:lstStyle>
            <a:lvl1pPr>
              <a:defRPr b="1" sz="35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1pPr>
          </a:lstStyle>
          <a:p>
            <a:pPr/>
            <a:r>
              <a:t>Alone no level</a:t>
            </a:r>
          </a:p>
        </p:txBody>
      </p:sp>
      <p:sp>
        <p:nvSpPr>
          <p:cNvPr id="210" name="Un opérateur non qualifié réalise seul une opération au-dessus de son niveau"/>
          <p:cNvSpPr txBox="1"/>
          <p:nvPr/>
        </p:nvSpPr>
        <p:spPr>
          <a:xfrm>
            <a:off x="6955750" y="28482540"/>
            <a:ext cx="7749627" cy="878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076" tIns="63076" rIns="63076" bIns="63076" anchor="ctr">
            <a:spAutoFit/>
          </a:bodyPr>
          <a:lstStyle/>
          <a:p>
            <a:pPr algn="ctr">
              <a:defRPr b="1" sz="2500"/>
            </a:pP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Un opérateur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non qualifié </a:t>
            </a:r>
            <a:r>
              <a:t>réalise seul une opération au-dessus de son niveau</a:t>
            </a:r>
          </a:p>
        </p:txBody>
      </p:sp>
      <p:sp>
        <p:nvSpPr>
          <p:cNvPr id="211" name="Augmentation du temps…"/>
          <p:cNvSpPr txBox="1"/>
          <p:nvPr/>
        </p:nvSpPr>
        <p:spPr>
          <a:xfrm>
            <a:off x="7420610" y="29290271"/>
            <a:ext cx="7293409" cy="1259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076" tIns="63076" rIns="63076" bIns="63076" anchor="ctr">
            <a:spAutoFit/>
          </a:bodyPr>
          <a:lstStyle/>
          <a:p>
            <a:pPr marL="423333" indent="-423333">
              <a:buSzPct val="125000"/>
              <a:buChar char="•"/>
              <a:defRPr b="1" sz="2500"/>
            </a:pPr>
            <a:r>
              <a:t>Augmentation du temps </a:t>
            </a:r>
          </a:p>
          <a:p>
            <a:pPr marL="423333" indent="-423333">
              <a:spcBef>
                <a:spcPts val="0"/>
              </a:spcBef>
              <a:buSzPct val="125000"/>
              <a:buChar char="•"/>
              <a:defRPr b="1" sz="2500"/>
            </a:pPr>
            <a:r>
              <a:t>Risque qualité</a:t>
            </a:r>
          </a:p>
          <a:p>
            <a:pPr marL="423333" indent="-423333">
              <a:spcBef>
                <a:spcPts val="0"/>
              </a:spcBef>
              <a:buSzPct val="125000"/>
              <a:buChar char="•"/>
              <a:defRPr b="1" sz="2500"/>
            </a:pPr>
            <a:r>
              <a:t>Nombre de jobs concernés limité</a:t>
            </a:r>
          </a:p>
        </p:txBody>
      </p:sp>
      <p:sp>
        <p:nvSpPr>
          <p:cNvPr id="212" name="1  Motivations"/>
          <p:cNvSpPr txBox="1"/>
          <p:nvPr/>
        </p:nvSpPr>
        <p:spPr>
          <a:xfrm>
            <a:off x="846967" y="2926947"/>
            <a:ext cx="6081819" cy="11798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076" tIns="63076" rIns="63076" bIns="63076" anchor="ctr">
            <a:spAutoFit/>
          </a:bodyPr>
          <a:lstStyle>
            <a:lvl1pPr>
              <a:defRPr b="1" sz="7000"/>
            </a:lvl1pPr>
          </a:lstStyle>
          <a:p>
            <a:pPr/>
            <a:r>
              <a:t>1  Motivations</a:t>
            </a:r>
          </a:p>
        </p:txBody>
      </p:sp>
      <p:sp>
        <p:nvSpPr>
          <p:cNvPr id="213" name="Le remanufacturing évite la production de nouveaux produits et réduit la consommation de matières premières…"/>
          <p:cNvSpPr txBox="1"/>
          <p:nvPr/>
        </p:nvSpPr>
        <p:spPr>
          <a:xfrm>
            <a:off x="1041962" y="4268702"/>
            <a:ext cx="13718452" cy="3935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076" tIns="63076" rIns="63076" bIns="63076" anchor="ctr">
            <a:spAutoFit/>
          </a:bodyPr>
          <a:lstStyle/>
          <a:p>
            <a:pPr marL="529166" indent="-529166">
              <a:buSzPct val="125000"/>
              <a:buChar char="•"/>
              <a:defRPr sz="3500">
                <a:latin typeface="+mn-lt"/>
                <a:ea typeface="+mn-ea"/>
                <a:cs typeface="+mn-cs"/>
                <a:sym typeface="Helvetica Neue Medium"/>
              </a:defRPr>
            </a:pPr>
            <a:r>
              <a:t>Le remanufacturing évite la production de nouveaux produits et réduit la consommation de matières premières</a:t>
            </a:r>
          </a:p>
          <a:p>
            <a:pPr marL="529166" indent="-529166">
              <a:spcBef>
                <a:spcPts val="0"/>
              </a:spcBef>
              <a:buSzPct val="125000"/>
              <a:buChar char="•"/>
              <a:defRPr sz="3500">
                <a:latin typeface="+mn-lt"/>
                <a:ea typeface="+mn-ea"/>
                <a:cs typeface="+mn-cs"/>
                <a:sym typeface="Helvetica Neue Medium"/>
              </a:defRPr>
            </a:pPr>
            <a:r>
              <a:t>Les ateliers dépendent de workers aux compétences hétérogènes </a:t>
            </a:r>
          </a:p>
          <a:p>
            <a:pPr marL="529166" indent="-529166">
              <a:spcBef>
                <a:spcPts val="0"/>
              </a:spcBef>
              <a:buSzPct val="125000"/>
              <a:buChar char="•"/>
              <a:defRPr sz="3500">
                <a:latin typeface="+mn-lt"/>
                <a:ea typeface="+mn-ea"/>
                <a:cs typeface="+mn-cs"/>
                <a:sym typeface="Helvetica Neue Medium"/>
              </a:defRPr>
            </a:pPr>
            <a:r>
              <a:t>Former les opérateurs pendant la production</a:t>
            </a:r>
          </a:p>
          <a:p>
            <a:pPr marL="529166" indent="-529166">
              <a:spcBef>
                <a:spcPts val="0"/>
              </a:spcBef>
              <a:buSzPct val="125000"/>
              <a:buChar char="•"/>
              <a:defRPr sz="3500">
                <a:latin typeface="+mn-lt"/>
                <a:ea typeface="+mn-ea"/>
                <a:cs typeface="+mn-cs"/>
                <a:sym typeface="Helvetica Neue Medium"/>
              </a:defRPr>
            </a:pPr>
            <a:r>
              <a:t>La fatigue cognitive liées aux modes collaboratifs est ignorée dans les modèles</a:t>
            </a:r>
          </a:p>
        </p:txBody>
      </p:sp>
      <p:sp>
        <p:nvSpPr>
          <p:cNvPr id="214" name="2  Modélisation"/>
          <p:cNvSpPr txBox="1"/>
          <p:nvPr/>
        </p:nvSpPr>
        <p:spPr>
          <a:xfrm>
            <a:off x="593158" y="8693297"/>
            <a:ext cx="6589438" cy="11798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076" tIns="63076" rIns="63076" bIns="63076" anchor="ctr">
            <a:spAutoFit/>
          </a:bodyPr>
          <a:lstStyle>
            <a:lvl1pPr>
              <a:defRPr b="1" sz="7000"/>
            </a:lvl1pPr>
          </a:lstStyle>
          <a:p>
            <a:pPr/>
            <a:r>
              <a:t>2  Modélisation</a:t>
            </a:r>
          </a:p>
        </p:txBody>
      </p:sp>
      <p:sp>
        <p:nvSpPr>
          <p:cNvPr id="215" name="Hypothèses…"/>
          <p:cNvSpPr txBox="1"/>
          <p:nvPr/>
        </p:nvSpPr>
        <p:spPr>
          <a:xfrm>
            <a:off x="16498816" y="3160990"/>
            <a:ext cx="13718452" cy="3402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076" tIns="63076" rIns="63076" bIns="63076" anchor="ctr">
            <a:spAutoFit/>
          </a:bodyPr>
          <a:lstStyle/>
          <a:p>
            <a:pPr>
              <a:defRPr b="1" sz="4400"/>
            </a:pPr>
            <a:r>
              <a:t>Hypothèses</a:t>
            </a:r>
          </a:p>
          <a:p>
            <a:pPr marL="661458" indent="-661458">
              <a:spcBef>
                <a:spcPts val="0"/>
              </a:spcBef>
              <a:buSzPct val="125000"/>
              <a:buChar char="•"/>
              <a:defRPr b="1" sz="3400"/>
            </a:pPr>
            <a:r>
              <a:t>Les workers restent dans l’atelier sur tout l’horizon de planification</a:t>
            </a:r>
          </a:p>
          <a:p>
            <a:pPr marL="661458" indent="-661458">
              <a:spcBef>
                <a:spcPts val="0"/>
              </a:spcBef>
              <a:buSzPct val="125000"/>
              <a:buChar char="•"/>
              <a:defRPr b="1" sz="3400"/>
            </a:pPr>
            <a:r>
              <a:t>Un worker affecté sans le niveau requis (apprentis ou solo sans niveau) a un ecart de niveau de 1 au maximum avec la difficulté de l’opération</a:t>
            </a:r>
          </a:p>
        </p:txBody>
      </p:sp>
      <p:sp>
        <p:nvSpPr>
          <p:cNvPr id="216" name="Tournevis"/>
          <p:cNvSpPr/>
          <p:nvPr/>
        </p:nvSpPr>
        <p:spPr>
          <a:xfrm rot="13200000">
            <a:off x="2592790" y="11965404"/>
            <a:ext cx="127001" cy="8646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cubicBezTo>
                  <a:pt x="5748" y="0"/>
                  <a:pt x="1596" y="552"/>
                  <a:pt x="1114" y="1257"/>
                </a:cubicBezTo>
                <a:cubicBezTo>
                  <a:pt x="1059" y="1339"/>
                  <a:pt x="1285" y="1418"/>
                  <a:pt x="1735" y="1466"/>
                </a:cubicBezTo>
                <a:lnTo>
                  <a:pt x="3746" y="1682"/>
                </a:lnTo>
                <a:lnTo>
                  <a:pt x="1126" y="1882"/>
                </a:lnTo>
                <a:cubicBezTo>
                  <a:pt x="431" y="1935"/>
                  <a:pt x="0" y="2040"/>
                  <a:pt x="0" y="2155"/>
                </a:cubicBezTo>
                <a:lnTo>
                  <a:pt x="0" y="7347"/>
                </a:lnTo>
                <a:cubicBezTo>
                  <a:pt x="0" y="7449"/>
                  <a:pt x="266" y="7545"/>
                  <a:pt x="712" y="7622"/>
                </a:cubicBezTo>
                <a:cubicBezTo>
                  <a:pt x="2518" y="7936"/>
                  <a:pt x="3608" y="8342"/>
                  <a:pt x="3608" y="8785"/>
                </a:cubicBezTo>
                <a:cubicBezTo>
                  <a:pt x="3608" y="9228"/>
                  <a:pt x="2518" y="9633"/>
                  <a:pt x="712" y="9946"/>
                </a:cubicBezTo>
                <a:cubicBezTo>
                  <a:pt x="266" y="10024"/>
                  <a:pt x="0" y="10121"/>
                  <a:pt x="0" y="10223"/>
                </a:cubicBezTo>
                <a:lnTo>
                  <a:pt x="0" y="10707"/>
                </a:lnTo>
                <a:cubicBezTo>
                  <a:pt x="0" y="10810"/>
                  <a:pt x="563" y="10894"/>
                  <a:pt x="1264" y="10894"/>
                </a:cubicBezTo>
                <a:lnTo>
                  <a:pt x="8054" y="10894"/>
                </a:lnTo>
                <a:lnTo>
                  <a:pt x="8100" y="10894"/>
                </a:lnTo>
                <a:lnTo>
                  <a:pt x="8100" y="17967"/>
                </a:lnTo>
                <a:lnTo>
                  <a:pt x="5997" y="19664"/>
                </a:lnTo>
                <a:lnTo>
                  <a:pt x="8399" y="21600"/>
                </a:lnTo>
                <a:lnTo>
                  <a:pt x="13201" y="21600"/>
                </a:lnTo>
                <a:lnTo>
                  <a:pt x="15591" y="19664"/>
                </a:lnTo>
                <a:lnTo>
                  <a:pt x="13489" y="17967"/>
                </a:lnTo>
                <a:lnTo>
                  <a:pt x="13489" y="10894"/>
                </a:lnTo>
                <a:lnTo>
                  <a:pt x="13546" y="10894"/>
                </a:lnTo>
                <a:lnTo>
                  <a:pt x="20325" y="10894"/>
                </a:lnTo>
                <a:cubicBezTo>
                  <a:pt x="21025" y="10894"/>
                  <a:pt x="21600" y="10810"/>
                  <a:pt x="21600" y="10707"/>
                </a:cubicBezTo>
                <a:lnTo>
                  <a:pt x="21600" y="10223"/>
                </a:lnTo>
                <a:cubicBezTo>
                  <a:pt x="21600" y="10121"/>
                  <a:pt x="21334" y="10024"/>
                  <a:pt x="20888" y="9946"/>
                </a:cubicBezTo>
                <a:cubicBezTo>
                  <a:pt x="19082" y="9633"/>
                  <a:pt x="17992" y="9228"/>
                  <a:pt x="17992" y="8785"/>
                </a:cubicBezTo>
                <a:cubicBezTo>
                  <a:pt x="17992" y="8342"/>
                  <a:pt x="19082" y="7936"/>
                  <a:pt x="20888" y="7622"/>
                </a:cubicBezTo>
                <a:cubicBezTo>
                  <a:pt x="21333" y="7545"/>
                  <a:pt x="21600" y="7449"/>
                  <a:pt x="21600" y="7347"/>
                </a:cubicBezTo>
                <a:lnTo>
                  <a:pt x="21600" y="2155"/>
                </a:lnTo>
                <a:cubicBezTo>
                  <a:pt x="21600" y="2040"/>
                  <a:pt x="21157" y="1935"/>
                  <a:pt x="20463" y="1882"/>
                </a:cubicBezTo>
                <a:lnTo>
                  <a:pt x="17843" y="1682"/>
                </a:lnTo>
                <a:lnTo>
                  <a:pt x="19854" y="1466"/>
                </a:lnTo>
                <a:cubicBezTo>
                  <a:pt x="20303" y="1418"/>
                  <a:pt x="20541" y="1339"/>
                  <a:pt x="20486" y="1257"/>
                </a:cubicBezTo>
                <a:cubicBezTo>
                  <a:pt x="20004" y="552"/>
                  <a:pt x="15852" y="0"/>
                  <a:pt x="10800" y="0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217" name="Éclair"/>
          <p:cNvSpPr/>
          <p:nvPr/>
        </p:nvSpPr>
        <p:spPr>
          <a:xfrm>
            <a:off x="5274723" y="11834767"/>
            <a:ext cx="472698" cy="9178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83" fill="norm" stroke="1" extrusionOk="0">
                <a:moveTo>
                  <a:pt x="19015" y="0"/>
                </a:moveTo>
                <a:lnTo>
                  <a:pt x="0" y="12374"/>
                </a:lnTo>
                <a:lnTo>
                  <a:pt x="9106" y="12448"/>
                </a:lnTo>
                <a:cubicBezTo>
                  <a:pt x="9106" y="12448"/>
                  <a:pt x="3935" y="21161"/>
                  <a:pt x="3791" y="21380"/>
                </a:cubicBezTo>
                <a:cubicBezTo>
                  <a:pt x="3648" y="21600"/>
                  <a:pt x="21600" y="9446"/>
                  <a:pt x="21600" y="9446"/>
                </a:cubicBezTo>
                <a:lnTo>
                  <a:pt x="12838" y="9446"/>
                </a:lnTo>
                <a:lnTo>
                  <a:pt x="19015" y="0"/>
                </a:lnTo>
                <a:close/>
              </a:path>
            </a:pathLst>
          </a:custGeom>
          <a:solidFill>
            <a:schemeClr val="accent4">
              <a:hueOff val="-461056"/>
              <a:satOff val="4338"/>
              <a:lumOff val="-10225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218" name="Marteau"/>
          <p:cNvSpPr/>
          <p:nvPr/>
        </p:nvSpPr>
        <p:spPr>
          <a:xfrm rot="2400000">
            <a:off x="3851667" y="11883131"/>
            <a:ext cx="403035" cy="8326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4" h="21595" fill="norm" stroke="1" extrusionOk="0">
                <a:moveTo>
                  <a:pt x="12161" y="5"/>
                </a:moveTo>
                <a:cubicBezTo>
                  <a:pt x="7931" y="77"/>
                  <a:pt x="3428" y="850"/>
                  <a:pt x="31" y="3980"/>
                </a:cubicBezTo>
                <a:cubicBezTo>
                  <a:pt x="-96" y="4097"/>
                  <a:pt x="199" y="4215"/>
                  <a:pt x="410" y="4130"/>
                </a:cubicBezTo>
                <a:cubicBezTo>
                  <a:pt x="2319" y="3363"/>
                  <a:pt x="4025" y="2246"/>
                  <a:pt x="6056" y="2246"/>
                </a:cubicBezTo>
                <a:cubicBezTo>
                  <a:pt x="8156" y="2246"/>
                  <a:pt x="8496" y="3611"/>
                  <a:pt x="8496" y="3611"/>
                </a:cubicBezTo>
                <a:lnTo>
                  <a:pt x="9038" y="3611"/>
                </a:lnTo>
                <a:lnTo>
                  <a:pt x="9038" y="9084"/>
                </a:lnTo>
                <a:cubicBezTo>
                  <a:pt x="8731" y="9095"/>
                  <a:pt x="8451" y="9190"/>
                  <a:pt x="8382" y="9337"/>
                </a:cubicBezTo>
                <a:cubicBezTo>
                  <a:pt x="7788" y="10594"/>
                  <a:pt x="8323" y="14242"/>
                  <a:pt x="8323" y="16546"/>
                </a:cubicBezTo>
                <a:cubicBezTo>
                  <a:pt x="8323" y="18416"/>
                  <a:pt x="8011" y="20381"/>
                  <a:pt x="7864" y="21200"/>
                </a:cubicBezTo>
                <a:cubicBezTo>
                  <a:pt x="7827" y="21413"/>
                  <a:pt x="8169" y="21595"/>
                  <a:pt x="8607" y="21595"/>
                </a:cubicBezTo>
                <a:lnTo>
                  <a:pt x="12682" y="21595"/>
                </a:lnTo>
                <a:cubicBezTo>
                  <a:pt x="13120" y="21595"/>
                  <a:pt x="13466" y="21413"/>
                  <a:pt x="13428" y="21200"/>
                </a:cubicBezTo>
                <a:cubicBezTo>
                  <a:pt x="13282" y="20381"/>
                  <a:pt x="12970" y="18416"/>
                  <a:pt x="12970" y="16546"/>
                </a:cubicBezTo>
                <a:cubicBezTo>
                  <a:pt x="12970" y="14242"/>
                  <a:pt x="13504" y="10594"/>
                  <a:pt x="12911" y="9337"/>
                </a:cubicBezTo>
                <a:cubicBezTo>
                  <a:pt x="12842" y="9190"/>
                  <a:pt x="12561" y="9095"/>
                  <a:pt x="12255" y="9084"/>
                </a:cubicBezTo>
                <a:lnTo>
                  <a:pt x="12255" y="3611"/>
                </a:lnTo>
                <a:lnTo>
                  <a:pt x="12796" y="3611"/>
                </a:lnTo>
                <a:cubicBezTo>
                  <a:pt x="12796" y="3611"/>
                  <a:pt x="13547" y="2180"/>
                  <a:pt x="15941" y="2180"/>
                </a:cubicBezTo>
                <a:cubicBezTo>
                  <a:pt x="18334" y="2180"/>
                  <a:pt x="18630" y="2608"/>
                  <a:pt x="18630" y="2608"/>
                </a:cubicBezTo>
                <a:lnTo>
                  <a:pt x="21504" y="2608"/>
                </a:lnTo>
                <a:lnTo>
                  <a:pt x="21504" y="353"/>
                </a:lnTo>
                <a:lnTo>
                  <a:pt x="18592" y="353"/>
                </a:lnTo>
                <a:cubicBezTo>
                  <a:pt x="18592" y="353"/>
                  <a:pt x="16383" y="1518"/>
                  <a:pt x="13952" y="14"/>
                </a:cubicBezTo>
                <a:cubicBezTo>
                  <a:pt x="13363" y="0"/>
                  <a:pt x="12765" y="-5"/>
                  <a:pt x="12161" y="5"/>
                </a:cubicBezTo>
                <a:close/>
              </a:path>
            </a:pathLst>
          </a:custGeom>
          <a:solidFill>
            <a:srgbClr val="5E5E5E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219" name="Rouleau à peinture"/>
          <p:cNvSpPr/>
          <p:nvPr/>
        </p:nvSpPr>
        <p:spPr>
          <a:xfrm rot="2400000">
            <a:off x="6611779" y="11969079"/>
            <a:ext cx="555073" cy="8118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741" y="0"/>
                </a:moveTo>
                <a:cubicBezTo>
                  <a:pt x="3438" y="0"/>
                  <a:pt x="3189" y="170"/>
                  <a:pt x="3189" y="378"/>
                </a:cubicBezTo>
                <a:lnTo>
                  <a:pt x="3189" y="1693"/>
                </a:lnTo>
                <a:lnTo>
                  <a:pt x="827" y="1693"/>
                </a:lnTo>
                <a:cubicBezTo>
                  <a:pt x="369" y="1693"/>
                  <a:pt x="0" y="1947"/>
                  <a:pt x="0" y="2260"/>
                </a:cubicBezTo>
                <a:lnTo>
                  <a:pt x="0" y="6502"/>
                </a:lnTo>
                <a:cubicBezTo>
                  <a:pt x="0" y="6815"/>
                  <a:pt x="369" y="7069"/>
                  <a:pt x="827" y="7069"/>
                </a:cubicBezTo>
                <a:lnTo>
                  <a:pt x="10790" y="7069"/>
                </a:lnTo>
                <a:lnTo>
                  <a:pt x="10790" y="8912"/>
                </a:lnTo>
                <a:cubicBezTo>
                  <a:pt x="10737" y="8912"/>
                  <a:pt x="10686" y="8912"/>
                  <a:pt x="10640" y="8912"/>
                </a:cubicBezTo>
                <a:cubicBezTo>
                  <a:pt x="10353" y="8912"/>
                  <a:pt x="10117" y="9082"/>
                  <a:pt x="10114" y="9290"/>
                </a:cubicBezTo>
                <a:cubicBezTo>
                  <a:pt x="10114" y="9290"/>
                  <a:pt x="10010" y="16841"/>
                  <a:pt x="9517" y="19437"/>
                </a:cubicBezTo>
                <a:cubicBezTo>
                  <a:pt x="9517" y="19437"/>
                  <a:pt x="9244" y="21600"/>
                  <a:pt x="11160" y="21600"/>
                </a:cubicBezTo>
                <a:lnTo>
                  <a:pt x="12076" y="21600"/>
                </a:lnTo>
                <a:cubicBezTo>
                  <a:pt x="13993" y="21600"/>
                  <a:pt x="13720" y="19437"/>
                  <a:pt x="13720" y="19437"/>
                </a:cubicBezTo>
                <a:cubicBezTo>
                  <a:pt x="13227" y="16841"/>
                  <a:pt x="13122" y="9290"/>
                  <a:pt x="13122" y="9290"/>
                </a:cubicBezTo>
                <a:cubicBezTo>
                  <a:pt x="13120" y="9082"/>
                  <a:pt x="12883" y="8912"/>
                  <a:pt x="12597" y="8912"/>
                </a:cubicBezTo>
                <a:cubicBezTo>
                  <a:pt x="12551" y="8912"/>
                  <a:pt x="12499" y="8912"/>
                  <a:pt x="12446" y="8912"/>
                </a:cubicBezTo>
                <a:lnTo>
                  <a:pt x="12446" y="6502"/>
                </a:lnTo>
                <a:cubicBezTo>
                  <a:pt x="12446" y="6189"/>
                  <a:pt x="12077" y="5937"/>
                  <a:pt x="11619" y="5937"/>
                </a:cubicBezTo>
                <a:lnTo>
                  <a:pt x="1656" y="5937"/>
                </a:lnTo>
                <a:lnTo>
                  <a:pt x="1656" y="2827"/>
                </a:lnTo>
                <a:lnTo>
                  <a:pt x="3189" y="2827"/>
                </a:lnTo>
                <a:lnTo>
                  <a:pt x="3189" y="4141"/>
                </a:lnTo>
                <a:cubicBezTo>
                  <a:pt x="3189" y="4349"/>
                  <a:pt x="3438" y="4519"/>
                  <a:pt x="3741" y="4519"/>
                </a:cubicBezTo>
                <a:lnTo>
                  <a:pt x="21050" y="4519"/>
                </a:lnTo>
                <a:cubicBezTo>
                  <a:pt x="21353" y="4519"/>
                  <a:pt x="21600" y="4349"/>
                  <a:pt x="21600" y="4141"/>
                </a:cubicBezTo>
                <a:lnTo>
                  <a:pt x="21600" y="378"/>
                </a:lnTo>
                <a:cubicBezTo>
                  <a:pt x="21600" y="170"/>
                  <a:pt x="21353" y="0"/>
                  <a:pt x="21050" y="0"/>
                </a:cubicBezTo>
                <a:lnTo>
                  <a:pt x="3741" y="0"/>
                </a:lnTo>
                <a:close/>
                <a:moveTo>
                  <a:pt x="11619" y="18826"/>
                </a:moveTo>
                <a:cubicBezTo>
                  <a:pt x="12038" y="18826"/>
                  <a:pt x="12377" y="19058"/>
                  <a:pt x="12377" y="19344"/>
                </a:cubicBezTo>
                <a:cubicBezTo>
                  <a:pt x="12377" y="19630"/>
                  <a:pt x="12038" y="19862"/>
                  <a:pt x="11619" y="19862"/>
                </a:cubicBezTo>
                <a:cubicBezTo>
                  <a:pt x="11201" y="19862"/>
                  <a:pt x="10862" y="19630"/>
                  <a:pt x="10862" y="19344"/>
                </a:cubicBezTo>
                <a:cubicBezTo>
                  <a:pt x="10862" y="19058"/>
                  <a:pt x="11201" y="18826"/>
                  <a:pt x="11619" y="18826"/>
                </a:cubicBezTo>
                <a:close/>
              </a:path>
            </a:pathLst>
          </a:custGeom>
          <a:solidFill>
            <a:schemeClr val="accent3">
              <a:hueOff val="914337"/>
              <a:satOff val="31515"/>
              <a:lumOff val="-3079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220" name="Casque"/>
          <p:cNvSpPr/>
          <p:nvPr/>
        </p:nvSpPr>
        <p:spPr>
          <a:xfrm>
            <a:off x="10197664" y="16762008"/>
            <a:ext cx="537694" cy="6469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30" h="21518" fill="norm" stroke="1" extrusionOk="0">
                <a:moveTo>
                  <a:pt x="9244" y="4"/>
                </a:moveTo>
                <a:cubicBezTo>
                  <a:pt x="5439" y="89"/>
                  <a:pt x="689" y="3406"/>
                  <a:pt x="842" y="8320"/>
                </a:cubicBezTo>
                <a:cubicBezTo>
                  <a:pt x="61" y="9004"/>
                  <a:pt x="-415" y="9826"/>
                  <a:pt x="501" y="9829"/>
                </a:cubicBezTo>
                <a:cubicBezTo>
                  <a:pt x="1190" y="9832"/>
                  <a:pt x="19460" y="9829"/>
                  <a:pt x="20659" y="9829"/>
                </a:cubicBezTo>
                <a:cubicBezTo>
                  <a:pt x="21078" y="9829"/>
                  <a:pt x="21185" y="9479"/>
                  <a:pt x="20752" y="9159"/>
                </a:cubicBezTo>
                <a:cubicBezTo>
                  <a:pt x="20319" y="8839"/>
                  <a:pt x="18764" y="7947"/>
                  <a:pt x="18118" y="7601"/>
                </a:cubicBezTo>
                <a:cubicBezTo>
                  <a:pt x="18064" y="5863"/>
                  <a:pt x="16627" y="3075"/>
                  <a:pt x="16219" y="2702"/>
                </a:cubicBezTo>
                <a:cubicBezTo>
                  <a:pt x="15788" y="2442"/>
                  <a:pt x="15205" y="2330"/>
                  <a:pt x="15205" y="2330"/>
                </a:cubicBezTo>
                <a:lnTo>
                  <a:pt x="14948" y="1292"/>
                </a:lnTo>
                <a:cubicBezTo>
                  <a:pt x="14948" y="1292"/>
                  <a:pt x="13050" y="-82"/>
                  <a:pt x="9244" y="4"/>
                </a:cubicBezTo>
                <a:close/>
                <a:moveTo>
                  <a:pt x="1996" y="10240"/>
                </a:moveTo>
                <a:cubicBezTo>
                  <a:pt x="2002" y="10434"/>
                  <a:pt x="2014" y="10625"/>
                  <a:pt x="2034" y="10813"/>
                </a:cubicBezTo>
                <a:cubicBezTo>
                  <a:pt x="2471" y="10713"/>
                  <a:pt x="2959" y="10599"/>
                  <a:pt x="3311" y="10513"/>
                </a:cubicBezTo>
                <a:cubicBezTo>
                  <a:pt x="3518" y="10463"/>
                  <a:pt x="3634" y="10387"/>
                  <a:pt x="3632" y="10301"/>
                </a:cubicBezTo>
                <a:lnTo>
                  <a:pt x="3608" y="10240"/>
                </a:lnTo>
                <a:lnTo>
                  <a:pt x="1996" y="10240"/>
                </a:lnTo>
                <a:close/>
                <a:moveTo>
                  <a:pt x="4139" y="10240"/>
                </a:moveTo>
                <a:cubicBezTo>
                  <a:pt x="4153" y="10345"/>
                  <a:pt x="4162" y="10759"/>
                  <a:pt x="3452" y="10931"/>
                </a:cubicBezTo>
                <a:cubicBezTo>
                  <a:pt x="2635" y="11129"/>
                  <a:pt x="1123" y="11468"/>
                  <a:pt x="1123" y="11468"/>
                </a:cubicBezTo>
                <a:lnTo>
                  <a:pt x="1757" y="13228"/>
                </a:lnTo>
                <a:lnTo>
                  <a:pt x="13165" y="10240"/>
                </a:lnTo>
                <a:lnTo>
                  <a:pt x="4139" y="10240"/>
                </a:lnTo>
                <a:close/>
                <a:moveTo>
                  <a:pt x="14900" y="10240"/>
                </a:moveTo>
                <a:lnTo>
                  <a:pt x="14266" y="10407"/>
                </a:lnTo>
                <a:lnTo>
                  <a:pt x="2737" y="13425"/>
                </a:lnTo>
                <a:cubicBezTo>
                  <a:pt x="3404" y="15068"/>
                  <a:pt x="4316" y="16511"/>
                  <a:pt x="4563" y="17863"/>
                </a:cubicBezTo>
                <a:cubicBezTo>
                  <a:pt x="4966" y="20067"/>
                  <a:pt x="3119" y="21518"/>
                  <a:pt x="3119" y="21518"/>
                </a:cubicBezTo>
                <a:lnTo>
                  <a:pt x="12443" y="21518"/>
                </a:lnTo>
                <a:cubicBezTo>
                  <a:pt x="13033" y="18812"/>
                  <a:pt x="14155" y="19308"/>
                  <a:pt x="15134" y="19283"/>
                </a:cubicBezTo>
                <a:cubicBezTo>
                  <a:pt x="16113" y="19259"/>
                  <a:pt x="17322" y="19014"/>
                  <a:pt x="17120" y="17900"/>
                </a:cubicBezTo>
                <a:cubicBezTo>
                  <a:pt x="16985" y="17155"/>
                  <a:pt x="17153" y="16918"/>
                  <a:pt x="17484" y="16523"/>
                </a:cubicBezTo>
                <a:cubicBezTo>
                  <a:pt x="17816" y="16128"/>
                  <a:pt x="17156" y="15773"/>
                  <a:pt x="17156" y="15773"/>
                </a:cubicBezTo>
                <a:lnTo>
                  <a:pt x="17538" y="15588"/>
                </a:lnTo>
                <a:cubicBezTo>
                  <a:pt x="17720" y="15500"/>
                  <a:pt x="17812" y="15322"/>
                  <a:pt x="17766" y="15148"/>
                </a:cubicBezTo>
                <a:cubicBezTo>
                  <a:pt x="17747" y="15079"/>
                  <a:pt x="17727" y="14994"/>
                  <a:pt x="17702" y="14892"/>
                </a:cubicBezTo>
                <a:cubicBezTo>
                  <a:pt x="17620" y="14550"/>
                  <a:pt x="17798" y="14255"/>
                  <a:pt x="18132" y="14149"/>
                </a:cubicBezTo>
                <a:cubicBezTo>
                  <a:pt x="18431" y="14055"/>
                  <a:pt x="18645" y="13927"/>
                  <a:pt x="18795" y="13804"/>
                </a:cubicBezTo>
                <a:cubicBezTo>
                  <a:pt x="18999" y="13637"/>
                  <a:pt x="18997" y="13350"/>
                  <a:pt x="18845" y="13147"/>
                </a:cubicBezTo>
                <a:cubicBezTo>
                  <a:pt x="18291" y="12406"/>
                  <a:pt x="17726" y="11593"/>
                  <a:pt x="17336" y="11069"/>
                </a:cubicBezTo>
                <a:cubicBezTo>
                  <a:pt x="17098" y="10750"/>
                  <a:pt x="17117" y="10492"/>
                  <a:pt x="17201" y="10240"/>
                </a:cubicBezTo>
                <a:lnTo>
                  <a:pt x="14900" y="10240"/>
                </a:lnTo>
                <a:close/>
                <a:moveTo>
                  <a:pt x="5775" y="11030"/>
                </a:moveTo>
                <a:cubicBezTo>
                  <a:pt x="5870" y="11039"/>
                  <a:pt x="5955" y="11094"/>
                  <a:pt x="5985" y="11177"/>
                </a:cubicBezTo>
                <a:cubicBezTo>
                  <a:pt x="6024" y="11287"/>
                  <a:pt x="5950" y="11404"/>
                  <a:pt x="5820" y="11438"/>
                </a:cubicBezTo>
                <a:cubicBezTo>
                  <a:pt x="5691" y="11472"/>
                  <a:pt x="5553" y="11409"/>
                  <a:pt x="5514" y="11298"/>
                </a:cubicBezTo>
                <a:cubicBezTo>
                  <a:pt x="5474" y="11188"/>
                  <a:pt x="5548" y="11071"/>
                  <a:pt x="5678" y="11037"/>
                </a:cubicBezTo>
                <a:cubicBezTo>
                  <a:pt x="5710" y="11029"/>
                  <a:pt x="5743" y="11027"/>
                  <a:pt x="5775" y="11030"/>
                </a:cubicBezTo>
                <a:close/>
                <a:moveTo>
                  <a:pt x="4911" y="11253"/>
                </a:moveTo>
                <a:cubicBezTo>
                  <a:pt x="5007" y="11261"/>
                  <a:pt x="5092" y="11318"/>
                  <a:pt x="5121" y="11401"/>
                </a:cubicBezTo>
                <a:cubicBezTo>
                  <a:pt x="5161" y="11511"/>
                  <a:pt x="5089" y="11627"/>
                  <a:pt x="4959" y="11660"/>
                </a:cubicBezTo>
                <a:cubicBezTo>
                  <a:pt x="4829" y="11694"/>
                  <a:pt x="4692" y="11633"/>
                  <a:pt x="4652" y="11522"/>
                </a:cubicBezTo>
                <a:cubicBezTo>
                  <a:pt x="4613" y="11412"/>
                  <a:pt x="4685" y="11295"/>
                  <a:pt x="4814" y="11261"/>
                </a:cubicBezTo>
                <a:cubicBezTo>
                  <a:pt x="4847" y="11253"/>
                  <a:pt x="4880" y="11250"/>
                  <a:pt x="4911" y="11253"/>
                </a:cubicBezTo>
                <a:close/>
                <a:moveTo>
                  <a:pt x="4050" y="11477"/>
                </a:moveTo>
                <a:cubicBezTo>
                  <a:pt x="4145" y="11485"/>
                  <a:pt x="4230" y="11540"/>
                  <a:pt x="4260" y="11623"/>
                </a:cubicBezTo>
                <a:cubicBezTo>
                  <a:pt x="4300" y="11734"/>
                  <a:pt x="4225" y="11851"/>
                  <a:pt x="4096" y="11884"/>
                </a:cubicBezTo>
                <a:cubicBezTo>
                  <a:pt x="3966" y="11918"/>
                  <a:pt x="3828" y="11857"/>
                  <a:pt x="3789" y="11746"/>
                </a:cubicBezTo>
                <a:cubicBezTo>
                  <a:pt x="3749" y="11636"/>
                  <a:pt x="3823" y="11519"/>
                  <a:pt x="3953" y="11485"/>
                </a:cubicBezTo>
                <a:cubicBezTo>
                  <a:pt x="3985" y="11477"/>
                  <a:pt x="4018" y="11474"/>
                  <a:pt x="4050" y="11477"/>
                </a:cubicBezTo>
                <a:close/>
                <a:moveTo>
                  <a:pt x="3189" y="11701"/>
                </a:moveTo>
                <a:cubicBezTo>
                  <a:pt x="3284" y="11709"/>
                  <a:pt x="3367" y="11764"/>
                  <a:pt x="3397" y="11847"/>
                </a:cubicBezTo>
                <a:cubicBezTo>
                  <a:pt x="3436" y="11958"/>
                  <a:pt x="3364" y="12075"/>
                  <a:pt x="3234" y="12108"/>
                </a:cubicBezTo>
                <a:cubicBezTo>
                  <a:pt x="3104" y="12142"/>
                  <a:pt x="2967" y="12079"/>
                  <a:pt x="2927" y="11968"/>
                </a:cubicBezTo>
                <a:cubicBezTo>
                  <a:pt x="2888" y="11858"/>
                  <a:pt x="2962" y="11741"/>
                  <a:pt x="3092" y="11707"/>
                </a:cubicBezTo>
                <a:cubicBezTo>
                  <a:pt x="3124" y="11699"/>
                  <a:pt x="3157" y="11698"/>
                  <a:pt x="3189" y="11701"/>
                </a:cubicBezTo>
                <a:close/>
                <a:moveTo>
                  <a:pt x="2325" y="11923"/>
                </a:moveTo>
                <a:cubicBezTo>
                  <a:pt x="2420" y="11931"/>
                  <a:pt x="2505" y="11987"/>
                  <a:pt x="2535" y="12069"/>
                </a:cubicBezTo>
                <a:cubicBezTo>
                  <a:pt x="2575" y="12180"/>
                  <a:pt x="2503" y="12297"/>
                  <a:pt x="2373" y="12331"/>
                </a:cubicBezTo>
                <a:cubicBezTo>
                  <a:pt x="2243" y="12364"/>
                  <a:pt x="2105" y="12303"/>
                  <a:pt x="2066" y="12192"/>
                </a:cubicBezTo>
                <a:cubicBezTo>
                  <a:pt x="2026" y="12082"/>
                  <a:pt x="2098" y="11965"/>
                  <a:pt x="2228" y="11931"/>
                </a:cubicBezTo>
                <a:cubicBezTo>
                  <a:pt x="2261" y="11923"/>
                  <a:pt x="2293" y="11920"/>
                  <a:pt x="2325" y="11923"/>
                </a:cubicBezTo>
                <a:close/>
              </a:path>
            </a:pathLst>
          </a:custGeom>
          <a:solidFill>
            <a:schemeClr val="accent5">
              <a:hueOff val="-82419"/>
              <a:satOff val="-9513"/>
              <a:lumOff val="-16343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221" name="Casque"/>
          <p:cNvSpPr/>
          <p:nvPr/>
        </p:nvSpPr>
        <p:spPr>
          <a:xfrm>
            <a:off x="8204100" y="18761242"/>
            <a:ext cx="537694" cy="6469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30" h="21518" fill="norm" stroke="1" extrusionOk="0">
                <a:moveTo>
                  <a:pt x="9244" y="4"/>
                </a:moveTo>
                <a:cubicBezTo>
                  <a:pt x="5439" y="89"/>
                  <a:pt x="689" y="3406"/>
                  <a:pt x="842" y="8320"/>
                </a:cubicBezTo>
                <a:cubicBezTo>
                  <a:pt x="61" y="9004"/>
                  <a:pt x="-415" y="9826"/>
                  <a:pt x="501" y="9829"/>
                </a:cubicBezTo>
                <a:cubicBezTo>
                  <a:pt x="1190" y="9832"/>
                  <a:pt x="19460" y="9829"/>
                  <a:pt x="20659" y="9829"/>
                </a:cubicBezTo>
                <a:cubicBezTo>
                  <a:pt x="21078" y="9829"/>
                  <a:pt x="21185" y="9479"/>
                  <a:pt x="20752" y="9159"/>
                </a:cubicBezTo>
                <a:cubicBezTo>
                  <a:pt x="20319" y="8839"/>
                  <a:pt x="18764" y="7947"/>
                  <a:pt x="18118" y="7601"/>
                </a:cubicBezTo>
                <a:cubicBezTo>
                  <a:pt x="18064" y="5863"/>
                  <a:pt x="16627" y="3075"/>
                  <a:pt x="16219" y="2702"/>
                </a:cubicBezTo>
                <a:cubicBezTo>
                  <a:pt x="15788" y="2442"/>
                  <a:pt x="15205" y="2330"/>
                  <a:pt x="15205" y="2330"/>
                </a:cubicBezTo>
                <a:lnTo>
                  <a:pt x="14948" y="1292"/>
                </a:lnTo>
                <a:cubicBezTo>
                  <a:pt x="14948" y="1292"/>
                  <a:pt x="13050" y="-82"/>
                  <a:pt x="9244" y="4"/>
                </a:cubicBezTo>
                <a:close/>
                <a:moveTo>
                  <a:pt x="1996" y="10240"/>
                </a:moveTo>
                <a:cubicBezTo>
                  <a:pt x="2002" y="10434"/>
                  <a:pt x="2014" y="10625"/>
                  <a:pt x="2034" y="10813"/>
                </a:cubicBezTo>
                <a:cubicBezTo>
                  <a:pt x="2471" y="10713"/>
                  <a:pt x="2959" y="10599"/>
                  <a:pt x="3311" y="10513"/>
                </a:cubicBezTo>
                <a:cubicBezTo>
                  <a:pt x="3518" y="10463"/>
                  <a:pt x="3634" y="10387"/>
                  <a:pt x="3632" y="10301"/>
                </a:cubicBezTo>
                <a:lnTo>
                  <a:pt x="3608" y="10240"/>
                </a:lnTo>
                <a:lnTo>
                  <a:pt x="1996" y="10240"/>
                </a:lnTo>
                <a:close/>
                <a:moveTo>
                  <a:pt x="4139" y="10240"/>
                </a:moveTo>
                <a:cubicBezTo>
                  <a:pt x="4153" y="10345"/>
                  <a:pt x="4162" y="10759"/>
                  <a:pt x="3452" y="10931"/>
                </a:cubicBezTo>
                <a:cubicBezTo>
                  <a:pt x="2635" y="11129"/>
                  <a:pt x="1123" y="11468"/>
                  <a:pt x="1123" y="11468"/>
                </a:cubicBezTo>
                <a:lnTo>
                  <a:pt x="1757" y="13228"/>
                </a:lnTo>
                <a:lnTo>
                  <a:pt x="13165" y="10240"/>
                </a:lnTo>
                <a:lnTo>
                  <a:pt x="4139" y="10240"/>
                </a:lnTo>
                <a:close/>
                <a:moveTo>
                  <a:pt x="14900" y="10240"/>
                </a:moveTo>
                <a:lnTo>
                  <a:pt x="14266" y="10407"/>
                </a:lnTo>
                <a:lnTo>
                  <a:pt x="2737" y="13425"/>
                </a:lnTo>
                <a:cubicBezTo>
                  <a:pt x="3404" y="15068"/>
                  <a:pt x="4316" y="16511"/>
                  <a:pt x="4563" y="17863"/>
                </a:cubicBezTo>
                <a:cubicBezTo>
                  <a:pt x="4966" y="20067"/>
                  <a:pt x="3119" y="21518"/>
                  <a:pt x="3119" y="21518"/>
                </a:cubicBezTo>
                <a:lnTo>
                  <a:pt x="12443" y="21518"/>
                </a:lnTo>
                <a:cubicBezTo>
                  <a:pt x="13033" y="18812"/>
                  <a:pt x="14155" y="19308"/>
                  <a:pt x="15134" y="19283"/>
                </a:cubicBezTo>
                <a:cubicBezTo>
                  <a:pt x="16113" y="19259"/>
                  <a:pt x="17322" y="19014"/>
                  <a:pt x="17120" y="17900"/>
                </a:cubicBezTo>
                <a:cubicBezTo>
                  <a:pt x="16985" y="17155"/>
                  <a:pt x="17153" y="16918"/>
                  <a:pt x="17484" y="16523"/>
                </a:cubicBezTo>
                <a:cubicBezTo>
                  <a:pt x="17816" y="16128"/>
                  <a:pt x="17156" y="15773"/>
                  <a:pt x="17156" y="15773"/>
                </a:cubicBezTo>
                <a:lnTo>
                  <a:pt x="17538" y="15588"/>
                </a:lnTo>
                <a:cubicBezTo>
                  <a:pt x="17720" y="15500"/>
                  <a:pt x="17812" y="15322"/>
                  <a:pt x="17766" y="15148"/>
                </a:cubicBezTo>
                <a:cubicBezTo>
                  <a:pt x="17747" y="15079"/>
                  <a:pt x="17727" y="14994"/>
                  <a:pt x="17702" y="14892"/>
                </a:cubicBezTo>
                <a:cubicBezTo>
                  <a:pt x="17620" y="14550"/>
                  <a:pt x="17798" y="14255"/>
                  <a:pt x="18132" y="14149"/>
                </a:cubicBezTo>
                <a:cubicBezTo>
                  <a:pt x="18431" y="14055"/>
                  <a:pt x="18645" y="13927"/>
                  <a:pt x="18795" y="13804"/>
                </a:cubicBezTo>
                <a:cubicBezTo>
                  <a:pt x="18999" y="13637"/>
                  <a:pt x="18997" y="13350"/>
                  <a:pt x="18845" y="13147"/>
                </a:cubicBezTo>
                <a:cubicBezTo>
                  <a:pt x="18291" y="12406"/>
                  <a:pt x="17726" y="11593"/>
                  <a:pt x="17336" y="11069"/>
                </a:cubicBezTo>
                <a:cubicBezTo>
                  <a:pt x="17098" y="10750"/>
                  <a:pt x="17117" y="10492"/>
                  <a:pt x="17201" y="10240"/>
                </a:cubicBezTo>
                <a:lnTo>
                  <a:pt x="14900" y="10240"/>
                </a:lnTo>
                <a:close/>
                <a:moveTo>
                  <a:pt x="5775" y="11030"/>
                </a:moveTo>
                <a:cubicBezTo>
                  <a:pt x="5870" y="11039"/>
                  <a:pt x="5955" y="11094"/>
                  <a:pt x="5985" y="11177"/>
                </a:cubicBezTo>
                <a:cubicBezTo>
                  <a:pt x="6024" y="11287"/>
                  <a:pt x="5950" y="11404"/>
                  <a:pt x="5820" y="11438"/>
                </a:cubicBezTo>
                <a:cubicBezTo>
                  <a:pt x="5691" y="11472"/>
                  <a:pt x="5553" y="11409"/>
                  <a:pt x="5514" y="11298"/>
                </a:cubicBezTo>
                <a:cubicBezTo>
                  <a:pt x="5474" y="11188"/>
                  <a:pt x="5548" y="11071"/>
                  <a:pt x="5678" y="11037"/>
                </a:cubicBezTo>
                <a:cubicBezTo>
                  <a:pt x="5710" y="11029"/>
                  <a:pt x="5743" y="11027"/>
                  <a:pt x="5775" y="11030"/>
                </a:cubicBezTo>
                <a:close/>
                <a:moveTo>
                  <a:pt x="4911" y="11253"/>
                </a:moveTo>
                <a:cubicBezTo>
                  <a:pt x="5007" y="11261"/>
                  <a:pt x="5092" y="11318"/>
                  <a:pt x="5121" y="11401"/>
                </a:cubicBezTo>
                <a:cubicBezTo>
                  <a:pt x="5161" y="11511"/>
                  <a:pt x="5089" y="11627"/>
                  <a:pt x="4959" y="11660"/>
                </a:cubicBezTo>
                <a:cubicBezTo>
                  <a:pt x="4829" y="11694"/>
                  <a:pt x="4692" y="11633"/>
                  <a:pt x="4652" y="11522"/>
                </a:cubicBezTo>
                <a:cubicBezTo>
                  <a:pt x="4613" y="11412"/>
                  <a:pt x="4685" y="11295"/>
                  <a:pt x="4814" y="11261"/>
                </a:cubicBezTo>
                <a:cubicBezTo>
                  <a:pt x="4847" y="11253"/>
                  <a:pt x="4880" y="11250"/>
                  <a:pt x="4911" y="11253"/>
                </a:cubicBezTo>
                <a:close/>
                <a:moveTo>
                  <a:pt x="4050" y="11477"/>
                </a:moveTo>
                <a:cubicBezTo>
                  <a:pt x="4145" y="11485"/>
                  <a:pt x="4230" y="11540"/>
                  <a:pt x="4260" y="11623"/>
                </a:cubicBezTo>
                <a:cubicBezTo>
                  <a:pt x="4300" y="11734"/>
                  <a:pt x="4225" y="11851"/>
                  <a:pt x="4096" y="11884"/>
                </a:cubicBezTo>
                <a:cubicBezTo>
                  <a:pt x="3966" y="11918"/>
                  <a:pt x="3828" y="11857"/>
                  <a:pt x="3789" y="11746"/>
                </a:cubicBezTo>
                <a:cubicBezTo>
                  <a:pt x="3749" y="11636"/>
                  <a:pt x="3823" y="11519"/>
                  <a:pt x="3953" y="11485"/>
                </a:cubicBezTo>
                <a:cubicBezTo>
                  <a:pt x="3985" y="11477"/>
                  <a:pt x="4018" y="11474"/>
                  <a:pt x="4050" y="11477"/>
                </a:cubicBezTo>
                <a:close/>
                <a:moveTo>
                  <a:pt x="3189" y="11701"/>
                </a:moveTo>
                <a:cubicBezTo>
                  <a:pt x="3284" y="11709"/>
                  <a:pt x="3367" y="11764"/>
                  <a:pt x="3397" y="11847"/>
                </a:cubicBezTo>
                <a:cubicBezTo>
                  <a:pt x="3436" y="11958"/>
                  <a:pt x="3364" y="12075"/>
                  <a:pt x="3234" y="12108"/>
                </a:cubicBezTo>
                <a:cubicBezTo>
                  <a:pt x="3104" y="12142"/>
                  <a:pt x="2967" y="12079"/>
                  <a:pt x="2927" y="11968"/>
                </a:cubicBezTo>
                <a:cubicBezTo>
                  <a:pt x="2888" y="11858"/>
                  <a:pt x="2962" y="11741"/>
                  <a:pt x="3092" y="11707"/>
                </a:cubicBezTo>
                <a:cubicBezTo>
                  <a:pt x="3124" y="11699"/>
                  <a:pt x="3157" y="11698"/>
                  <a:pt x="3189" y="11701"/>
                </a:cubicBezTo>
                <a:close/>
                <a:moveTo>
                  <a:pt x="2325" y="11923"/>
                </a:moveTo>
                <a:cubicBezTo>
                  <a:pt x="2420" y="11931"/>
                  <a:pt x="2505" y="11987"/>
                  <a:pt x="2535" y="12069"/>
                </a:cubicBezTo>
                <a:cubicBezTo>
                  <a:pt x="2575" y="12180"/>
                  <a:pt x="2503" y="12297"/>
                  <a:pt x="2373" y="12331"/>
                </a:cubicBezTo>
                <a:cubicBezTo>
                  <a:pt x="2243" y="12364"/>
                  <a:pt x="2105" y="12303"/>
                  <a:pt x="2066" y="12192"/>
                </a:cubicBezTo>
                <a:cubicBezTo>
                  <a:pt x="2026" y="12082"/>
                  <a:pt x="2098" y="11965"/>
                  <a:pt x="2228" y="11931"/>
                </a:cubicBezTo>
                <a:cubicBezTo>
                  <a:pt x="2261" y="11923"/>
                  <a:pt x="2293" y="11920"/>
                  <a:pt x="2325" y="11923"/>
                </a:cubicBezTo>
                <a:close/>
              </a:path>
            </a:pathLst>
          </a:custGeom>
          <a:solidFill>
            <a:schemeClr val="accent3">
              <a:hueOff val="362282"/>
              <a:satOff val="31803"/>
              <a:lumOff val="-18242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222" name="Niveau 1"/>
          <p:cNvSpPr txBox="1"/>
          <p:nvPr/>
        </p:nvSpPr>
        <p:spPr>
          <a:xfrm>
            <a:off x="4343185" y="20795912"/>
            <a:ext cx="2218607" cy="7337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076" tIns="63076" rIns="63076" bIns="63076" anchor="ctr">
            <a:spAutoFit/>
          </a:bodyPr>
          <a:lstStyle>
            <a:lvl1pPr>
              <a:defRPr b="1" sz="4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1pPr>
          </a:lstStyle>
          <a:p>
            <a:pPr/>
            <a:r>
              <a:t>Niveau 1</a:t>
            </a:r>
          </a:p>
        </p:txBody>
      </p:sp>
      <p:sp>
        <p:nvSpPr>
          <p:cNvPr id="223" name="Teaching - Alone…"/>
          <p:cNvSpPr txBox="1"/>
          <p:nvPr/>
        </p:nvSpPr>
        <p:spPr>
          <a:xfrm>
            <a:off x="7144962" y="20856372"/>
            <a:ext cx="4324266" cy="13560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076" tIns="63076" rIns="63076" bIns="63076" anchor="ctr">
            <a:spAutoFit/>
          </a:bodyPr>
          <a:lstStyle/>
          <a:p>
            <a:pPr>
              <a:defRPr b="1" sz="4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pPr>
            <a:r>
              <a:t>Teaching - Alone </a:t>
            </a:r>
          </a:p>
          <a:p>
            <a:pPr algn="r">
              <a:spcBef>
                <a:spcPts val="0"/>
              </a:spcBef>
              <a:defRPr b="1" sz="4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pPr>
            <a:r>
              <a:t>No level</a:t>
            </a:r>
          </a:p>
        </p:txBody>
      </p:sp>
      <p:sp>
        <p:nvSpPr>
          <p:cNvPr id="224" name="Casque"/>
          <p:cNvSpPr/>
          <p:nvPr/>
        </p:nvSpPr>
        <p:spPr>
          <a:xfrm>
            <a:off x="7978660" y="20285420"/>
            <a:ext cx="537694" cy="6469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30" h="21518" fill="norm" stroke="1" extrusionOk="0">
                <a:moveTo>
                  <a:pt x="9244" y="4"/>
                </a:moveTo>
                <a:cubicBezTo>
                  <a:pt x="5439" y="89"/>
                  <a:pt x="689" y="3406"/>
                  <a:pt x="842" y="8320"/>
                </a:cubicBezTo>
                <a:cubicBezTo>
                  <a:pt x="61" y="9004"/>
                  <a:pt x="-415" y="9826"/>
                  <a:pt x="501" y="9829"/>
                </a:cubicBezTo>
                <a:cubicBezTo>
                  <a:pt x="1190" y="9832"/>
                  <a:pt x="19460" y="9829"/>
                  <a:pt x="20659" y="9829"/>
                </a:cubicBezTo>
                <a:cubicBezTo>
                  <a:pt x="21078" y="9829"/>
                  <a:pt x="21185" y="9479"/>
                  <a:pt x="20752" y="9159"/>
                </a:cubicBezTo>
                <a:cubicBezTo>
                  <a:pt x="20319" y="8839"/>
                  <a:pt x="18764" y="7947"/>
                  <a:pt x="18118" y="7601"/>
                </a:cubicBezTo>
                <a:cubicBezTo>
                  <a:pt x="18064" y="5863"/>
                  <a:pt x="16627" y="3075"/>
                  <a:pt x="16219" y="2702"/>
                </a:cubicBezTo>
                <a:cubicBezTo>
                  <a:pt x="15788" y="2442"/>
                  <a:pt x="15205" y="2330"/>
                  <a:pt x="15205" y="2330"/>
                </a:cubicBezTo>
                <a:lnTo>
                  <a:pt x="14948" y="1292"/>
                </a:lnTo>
                <a:cubicBezTo>
                  <a:pt x="14948" y="1292"/>
                  <a:pt x="13050" y="-82"/>
                  <a:pt x="9244" y="4"/>
                </a:cubicBezTo>
                <a:close/>
                <a:moveTo>
                  <a:pt x="1996" y="10240"/>
                </a:moveTo>
                <a:cubicBezTo>
                  <a:pt x="2002" y="10434"/>
                  <a:pt x="2014" y="10625"/>
                  <a:pt x="2034" y="10813"/>
                </a:cubicBezTo>
                <a:cubicBezTo>
                  <a:pt x="2471" y="10713"/>
                  <a:pt x="2959" y="10599"/>
                  <a:pt x="3311" y="10513"/>
                </a:cubicBezTo>
                <a:cubicBezTo>
                  <a:pt x="3518" y="10463"/>
                  <a:pt x="3634" y="10387"/>
                  <a:pt x="3632" y="10301"/>
                </a:cubicBezTo>
                <a:lnTo>
                  <a:pt x="3608" y="10240"/>
                </a:lnTo>
                <a:lnTo>
                  <a:pt x="1996" y="10240"/>
                </a:lnTo>
                <a:close/>
                <a:moveTo>
                  <a:pt x="4139" y="10240"/>
                </a:moveTo>
                <a:cubicBezTo>
                  <a:pt x="4153" y="10345"/>
                  <a:pt x="4162" y="10759"/>
                  <a:pt x="3452" y="10931"/>
                </a:cubicBezTo>
                <a:cubicBezTo>
                  <a:pt x="2635" y="11129"/>
                  <a:pt x="1123" y="11468"/>
                  <a:pt x="1123" y="11468"/>
                </a:cubicBezTo>
                <a:lnTo>
                  <a:pt x="1757" y="13228"/>
                </a:lnTo>
                <a:lnTo>
                  <a:pt x="13165" y="10240"/>
                </a:lnTo>
                <a:lnTo>
                  <a:pt x="4139" y="10240"/>
                </a:lnTo>
                <a:close/>
                <a:moveTo>
                  <a:pt x="14900" y="10240"/>
                </a:moveTo>
                <a:lnTo>
                  <a:pt x="14266" y="10407"/>
                </a:lnTo>
                <a:lnTo>
                  <a:pt x="2737" y="13425"/>
                </a:lnTo>
                <a:cubicBezTo>
                  <a:pt x="3404" y="15068"/>
                  <a:pt x="4316" y="16511"/>
                  <a:pt x="4563" y="17863"/>
                </a:cubicBezTo>
                <a:cubicBezTo>
                  <a:pt x="4966" y="20067"/>
                  <a:pt x="3119" y="21518"/>
                  <a:pt x="3119" y="21518"/>
                </a:cubicBezTo>
                <a:lnTo>
                  <a:pt x="12443" y="21518"/>
                </a:lnTo>
                <a:cubicBezTo>
                  <a:pt x="13033" y="18812"/>
                  <a:pt x="14155" y="19308"/>
                  <a:pt x="15134" y="19283"/>
                </a:cubicBezTo>
                <a:cubicBezTo>
                  <a:pt x="16113" y="19259"/>
                  <a:pt x="17322" y="19014"/>
                  <a:pt x="17120" y="17900"/>
                </a:cubicBezTo>
                <a:cubicBezTo>
                  <a:pt x="16985" y="17155"/>
                  <a:pt x="17153" y="16918"/>
                  <a:pt x="17484" y="16523"/>
                </a:cubicBezTo>
                <a:cubicBezTo>
                  <a:pt x="17816" y="16128"/>
                  <a:pt x="17156" y="15773"/>
                  <a:pt x="17156" y="15773"/>
                </a:cubicBezTo>
                <a:lnTo>
                  <a:pt x="17538" y="15588"/>
                </a:lnTo>
                <a:cubicBezTo>
                  <a:pt x="17720" y="15500"/>
                  <a:pt x="17812" y="15322"/>
                  <a:pt x="17766" y="15148"/>
                </a:cubicBezTo>
                <a:cubicBezTo>
                  <a:pt x="17747" y="15079"/>
                  <a:pt x="17727" y="14994"/>
                  <a:pt x="17702" y="14892"/>
                </a:cubicBezTo>
                <a:cubicBezTo>
                  <a:pt x="17620" y="14550"/>
                  <a:pt x="17798" y="14255"/>
                  <a:pt x="18132" y="14149"/>
                </a:cubicBezTo>
                <a:cubicBezTo>
                  <a:pt x="18431" y="14055"/>
                  <a:pt x="18645" y="13927"/>
                  <a:pt x="18795" y="13804"/>
                </a:cubicBezTo>
                <a:cubicBezTo>
                  <a:pt x="18999" y="13637"/>
                  <a:pt x="18997" y="13350"/>
                  <a:pt x="18845" y="13147"/>
                </a:cubicBezTo>
                <a:cubicBezTo>
                  <a:pt x="18291" y="12406"/>
                  <a:pt x="17726" y="11593"/>
                  <a:pt x="17336" y="11069"/>
                </a:cubicBezTo>
                <a:cubicBezTo>
                  <a:pt x="17098" y="10750"/>
                  <a:pt x="17117" y="10492"/>
                  <a:pt x="17201" y="10240"/>
                </a:cubicBezTo>
                <a:lnTo>
                  <a:pt x="14900" y="10240"/>
                </a:lnTo>
                <a:close/>
                <a:moveTo>
                  <a:pt x="5775" y="11030"/>
                </a:moveTo>
                <a:cubicBezTo>
                  <a:pt x="5870" y="11039"/>
                  <a:pt x="5955" y="11094"/>
                  <a:pt x="5985" y="11177"/>
                </a:cubicBezTo>
                <a:cubicBezTo>
                  <a:pt x="6024" y="11287"/>
                  <a:pt x="5950" y="11404"/>
                  <a:pt x="5820" y="11438"/>
                </a:cubicBezTo>
                <a:cubicBezTo>
                  <a:pt x="5691" y="11472"/>
                  <a:pt x="5553" y="11409"/>
                  <a:pt x="5514" y="11298"/>
                </a:cubicBezTo>
                <a:cubicBezTo>
                  <a:pt x="5474" y="11188"/>
                  <a:pt x="5548" y="11071"/>
                  <a:pt x="5678" y="11037"/>
                </a:cubicBezTo>
                <a:cubicBezTo>
                  <a:pt x="5710" y="11029"/>
                  <a:pt x="5743" y="11027"/>
                  <a:pt x="5775" y="11030"/>
                </a:cubicBezTo>
                <a:close/>
                <a:moveTo>
                  <a:pt x="4911" y="11253"/>
                </a:moveTo>
                <a:cubicBezTo>
                  <a:pt x="5007" y="11261"/>
                  <a:pt x="5092" y="11318"/>
                  <a:pt x="5121" y="11401"/>
                </a:cubicBezTo>
                <a:cubicBezTo>
                  <a:pt x="5161" y="11511"/>
                  <a:pt x="5089" y="11627"/>
                  <a:pt x="4959" y="11660"/>
                </a:cubicBezTo>
                <a:cubicBezTo>
                  <a:pt x="4829" y="11694"/>
                  <a:pt x="4692" y="11633"/>
                  <a:pt x="4652" y="11522"/>
                </a:cubicBezTo>
                <a:cubicBezTo>
                  <a:pt x="4613" y="11412"/>
                  <a:pt x="4685" y="11295"/>
                  <a:pt x="4814" y="11261"/>
                </a:cubicBezTo>
                <a:cubicBezTo>
                  <a:pt x="4847" y="11253"/>
                  <a:pt x="4880" y="11250"/>
                  <a:pt x="4911" y="11253"/>
                </a:cubicBezTo>
                <a:close/>
                <a:moveTo>
                  <a:pt x="4050" y="11477"/>
                </a:moveTo>
                <a:cubicBezTo>
                  <a:pt x="4145" y="11485"/>
                  <a:pt x="4230" y="11540"/>
                  <a:pt x="4260" y="11623"/>
                </a:cubicBezTo>
                <a:cubicBezTo>
                  <a:pt x="4300" y="11734"/>
                  <a:pt x="4225" y="11851"/>
                  <a:pt x="4096" y="11884"/>
                </a:cubicBezTo>
                <a:cubicBezTo>
                  <a:pt x="3966" y="11918"/>
                  <a:pt x="3828" y="11857"/>
                  <a:pt x="3789" y="11746"/>
                </a:cubicBezTo>
                <a:cubicBezTo>
                  <a:pt x="3749" y="11636"/>
                  <a:pt x="3823" y="11519"/>
                  <a:pt x="3953" y="11485"/>
                </a:cubicBezTo>
                <a:cubicBezTo>
                  <a:pt x="3985" y="11477"/>
                  <a:pt x="4018" y="11474"/>
                  <a:pt x="4050" y="11477"/>
                </a:cubicBezTo>
                <a:close/>
                <a:moveTo>
                  <a:pt x="3189" y="11701"/>
                </a:moveTo>
                <a:cubicBezTo>
                  <a:pt x="3284" y="11709"/>
                  <a:pt x="3367" y="11764"/>
                  <a:pt x="3397" y="11847"/>
                </a:cubicBezTo>
                <a:cubicBezTo>
                  <a:pt x="3436" y="11958"/>
                  <a:pt x="3364" y="12075"/>
                  <a:pt x="3234" y="12108"/>
                </a:cubicBezTo>
                <a:cubicBezTo>
                  <a:pt x="3104" y="12142"/>
                  <a:pt x="2967" y="12079"/>
                  <a:pt x="2927" y="11968"/>
                </a:cubicBezTo>
                <a:cubicBezTo>
                  <a:pt x="2888" y="11858"/>
                  <a:pt x="2962" y="11741"/>
                  <a:pt x="3092" y="11707"/>
                </a:cubicBezTo>
                <a:cubicBezTo>
                  <a:pt x="3124" y="11699"/>
                  <a:pt x="3157" y="11698"/>
                  <a:pt x="3189" y="11701"/>
                </a:cubicBezTo>
                <a:close/>
                <a:moveTo>
                  <a:pt x="2325" y="11923"/>
                </a:moveTo>
                <a:cubicBezTo>
                  <a:pt x="2420" y="11931"/>
                  <a:pt x="2505" y="11987"/>
                  <a:pt x="2535" y="12069"/>
                </a:cubicBezTo>
                <a:cubicBezTo>
                  <a:pt x="2575" y="12180"/>
                  <a:pt x="2503" y="12297"/>
                  <a:pt x="2373" y="12331"/>
                </a:cubicBezTo>
                <a:cubicBezTo>
                  <a:pt x="2243" y="12364"/>
                  <a:pt x="2105" y="12303"/>
                  <a:pt x="2066" y="12192"/>
                </a:cubicBezTo>
                <a:cubicBezTo>
                  <a:pt x="2026" y="12082"/>
                  <a:pt x="2098" y="11965"/>
                  <a:pt x="2228" y="11931"/>
                </a:cubicBezTo>
                <a:cubicBezTo>
                  <a:pt x="2261" y="11923"/>
                  <a:pt x="2293" y="11920"/>
                  <a:pt x="2325" y="11923"/>
                </a:cubicBezTo>
                <a:close/>
              </a:path>
            </a:pathLst>
          </a:custGeom>
          <a:solidFill>
            <a:schemeClr val="accent5">
              <a:hueOff val="-82419"/>
              <a:satOff val="-9513"/>
              <a:lumOff val="-16343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225" name="Casque"/>
          <p:cNvSpPr/>
          <p:nvPr/>
        </p:nvSpPr>
        <p:spPr>
          <a:xfrm>
            <a:off x="8222842" y="20354261"/>
            <a:ext cx="537694" cy="6469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30" h="21518" fill="norm" stroke="1" extrusionOk="0">
                <a:moveTo>
                  <a:pt x="9244" y="4"/>
                </a:moveTo>
                <a:cubicBezTo>
                  <a:pt x="5439" y="89"/>
                  <a:pt x="689" y="3406"/>
                  <a:pt x="842" y="8320"/>
                </a:cubicBezTo>
                <a:cubicBezTo>
                  <a:pt x="61" y="9004"/>
                  <a:pt x="-415" y="9826"/>
                  <a:pt x="501" y="9829"/>
                </a:cubicBezTo>
                <a:cubicBezTo>
                  <a:pt x="1190" y="9832"/>
                  <a:pt x="19460" y="9829"/>
                  <a:pt x="20659" y="9829"/>
                </a:cubicBezTo>
                <a:cubicBezTo>
                  <a:pt x="21078" y="9829"/>
                  <a:pt x="21185" y="9479"/>
                  <a:pt x="20752" y="9159"/>
                </a:cubicBezTo>
                <a:cubicBezTo>
                  <a:pt x="20319" y="8839"/>
                  <a:pt x="18764" y="7947"/>
                  <a:pt x="18118" y="7601"/>
                </a:cubicBezTo>
                <a:cubicBezTo>
                  <a:pt x="18064" y="5863"/>
                  <a:pt x="16627" y="3075"/>
                  <a:pt x="16219" y="2702"/>
                </a:cubicBezTo>
                <a:cubicBezTo>
                  <a:pt x="15788" y="2442"/>
                  <a:pt x="15205" y="2330"/>
                  <a:pt x="15205" y="2330"/>
                </a:cubicBezTo>
                <a:lnTo>
                  <a:pt x="14948" y="1292"/>
                </a:lnTo>
                <a:cubicBezTo>
                  <a:pt x="14948" y="1292"/>
                  <a:pt x="13050" y="-82"/>
                  <a:pt x="9244" y="4"/>
                </a:cubicBezTo>
                <a:close/>
                <a:moveTo>
                  <a:pt x="1996" y="10240"/>
                </a:moveTo>
                <a:cubicBezTo>
                  <a:pt x="2002" y="10434"/>
                  <a:pt x="2014" y="10625"/>
                  <a:pt x="2034" y="10813"/>
                </a:cubicBezTo>
                <a:cubicBezTo>
                  <a:pt x="2471" y="10713"/>
                  <a:pt x="2959" y="10599"/>
                  <a:pt x="3311" y="10513"/>
                </a:cubicBezTo>
                <a:cubicBezTo>
                  <a:pt x="3518" y="10463"/>
                  <a:pt x="3634" y="10387"/>
                  <a:pt x="3632" y="10301"/>
                </a:cubicBezTo>
                <a:lnTo>
                  <a:pt x="3608" y="10240"/>
                </a:lnTo>
                <a:lnTo>
                  <a:pt x="1996" y="10240"/>
                </a:lnTo>
                <a:close/>
                <a:moveTo>
                  <a:pt x="4139" y="10240"/>
                </a:moveTo>
                <a:cubicBezTo>
                  <a:pt x="4153" y="10345"/>
                  <a:pt x="4162" y="10759"/>
                  <a:pt x="3452" y="10931"/>
                </a:cubicBezTo>
                <a:cubicBezTo>
                  <a:pt x="2635" y="11129"/>
                  <a:pt x="1123" y="11468"/>
                  <a:pt x="1123" y="11468"/>
                </a:cubicBezTo>
                <a:lnTo>
                  <a:pt x="1757" y="13228"/>
                </a:lnTo>
                <a:lnTo>
                  <a:pt x="13165" y="10240"/>
                </a:lnTo>
                <a:lnTo>
                  <a:pt x="4139" y="10240"/>
                </a:lnTo>
                <a:close/>
                <a:moveTo>
                  <a:pt x="14900" y="10240"/>
                </a:moveTo>
                <a:lnTo>
                  <a:pt x="14266" y="10407"/>
                </a:lnTo>
                <a:lnTo>
                  <a:pt x="2737" y="13425"/>
                </a:lnTo>
                <a:cubicBezTo>
                  <a:pt x="3404" y="15068"/>
                  <a:pt x="4316" y="16511"/>
                  <a:pt x="4563" y="17863"/>
                </a:cubicBezTo>
                <a:cubicBezTo>
                  <a:pt x="4966" y="20067"/>
                  <a:pt x="3119" y="21518"/>
                  <a:pt x="3119" y="21518"/>
                </a:cubicBezTo>
                <a:lnTo>
                  <a:pt x="12443" y="21518"/>
                </a:lnTo>
                <a:cubicBezTo>
                  <a:pt x="13033" y="18812"/>
                  <a:pt x="14155" y="19308"/>
                  <a:pt x="15134" y="19283"/>
                </a:cubicBezTo>
                <a:cubicBezTo>
                  <a:pt x="16113" y="19259"/>
                  <a:pt x="17322" y="19014"/>
                  <a:pt x="17120" y="17900"/>
                </a:cubicBezTo>
                <a:cubicBezTo>
                  <a:pt x="16985" y="17155"/>
                  <a:pt x="17153" y="16918"/>
                  <a:pt x="17484" y="16523"/>
                </a:cubicBezTo>
                <a:cubicBezTo>
                  <a:pt x="17816" y="16128"/>
                  <a:pt x="17156" y="15773"/>
                  <a:pt x="17156" y="15773"/>
                </a:cubicBezTo>
                <a:lnTo>
                  <a:pt x="17538" y="15588"/>
                </a:lnTo>
                <a:cubicBezTo>
                  <a:pt x="17720" y="15500"/>
                  <a:pt x="17812" y="15322"/>
                  <a:pt x="17766" y="15148"/>
                </a:cubicBezTo>
                <a:cubicBezTo>
                  <a:pt x="17747" y="15079"/>
                  <a:pt x="17727" y="14994"/>
                  <a:pt x="17702" y="14892"/>
                </a:cubicBezTo>
                <a:cubicBezTo>
                  <a:pt x="17620" y="14550"/>
                  <a:pt x="17798" y="14255"/>
                  <a:pt x="18132" y="14149"/>
                </a:cubicBezTo>
                <a:cubicBezTo>
                  <a:pt x="18431" y="14055"/>
                  <a:pt x="18645" y="13927"/>
                  <a:pt x="18795" y="13804"/>
                </a:cubicBezTo>
                <a:cubicBezTo>
                  <a:pt x="18999" y="13637"/>
                  <a:pt x="18997" y="13350"/>
                  <a:pt x="18845" y="13147"/>
                </a:cubicBezTo>
                <a:cubicBezTo>
                  <a:pt x="18291" y="12406"/>
                  <a:pt x="17726" y="11593"/>
                  <a:pt x="17336" y="11069"/>
                </a:cubicBezTo>
                <a:cubicBezTo>
                  <a:pt x="17098" y="10750"/>
                  <a:pt x="17117" y="10492"/>
                  <a:pt x="17201" y="10240"/>
                </a:cubicBezTo>
                <a:lnTo>
                  <a:pt x="14900" y="10240"/>
                </a:lnTo>
                <a:close/>
                <a:moveTo>
                  <a:pt x="5775" y="11030"/>
                </a:moveTo>
                <a:cubicBezTo>
                  <a:pt x="5870" y="11039"/>
                  <a:pt x="5955" y="11094"/>
                  <a:pt x="5985" y="11177"/>
                </a:cubicBezTo>
                <a:cubicBezTo>
                  <a:pt x="6024" y="11287"/>
                  <a:pt x="5950" y="11404"/>
                  <a:pt x="5820" y="11438"/>
                </a:cubicBezTo>
                <a:cubicBezTo>
                  <a:pt x="5691" y="11472"/>
                  <a:pt x="5553" y="11409"/>
                  <a:pt x="5514" y="11298"/>
                </a:cubicBezTo>
                <a:cubicBezTo>
                  <a:pt x="5474" y="11188"/>
                  <a:pt x="5548" y="11071"/>
                  <a:pt x="5678" y="11037"/>
                </a:cubicBezTo>
                <a:cubicBezTo>
                  <a:pt x="5710" y="11029"/>
                  <a:pt x="5743" y="11027"/>
                  <a:pt x="5775" y="11030"/>
                </a:cubicBezTo>
                <a:close/>
                <a:moveTo>
                  <a:pt x="4911" y="11253"/>
                </a:moveTo>
                <a:cubicBezTo>
                  <a:pt x="5007" y="11261"/>
                  <a:pt x="5092" y="11318"/>
                  <a:pt x="5121" y="11401"/>
                </a:cubicBezTo>
                <a:cubicBezTo>
                  <a:pt x="5161" y="11511"/>
                  <a:pt x="5089" y="11627"/>
                  <a:pt x="4959" y="11660"/>
                </a:cubicBezTo>
                <a:cubicBezTo>
                  <a:pt x="4829" y="11694"/>
                  <a:pt x="4692" y="11633"/>
                  <a:pt x="4652" y="11522"/>
                </a:cubicBezTo>
                <a:cubicBezTo>
                  <a:pt x="4613" y="11412"/>
                  <a:pt x="4685" y="11295"/>
                  <a:pt x="4814" y="11261"/>
                </a:cubicBezTo>
                <a:cubicBezTo>
                  <a:pt x="4847" y="11253"/>
                  <a:pt x="4880" y="11250"/>
                  <a:pt x="4911" y="11253"/>
                </a:cubicBezTo>
                <a:close/>
                <a:moveTo>
                  <a:pt x="4050" y="11477"/>
                </a:moveTo>
                <a:cubicBezTo>
                  <a:pt x="4145" y="11485"/>
                  <a:pt x="4230" y="11540"/>
                  <a:pt x="4260" y="11623"/>
                </a:cubicBezTo>
                <a:cubicBezTo>
                  <a:pt x="4300" y="11734"/>
                  <a:pt x="4225" y="11851"/>
                  <a:pt x="4096" y="11884"/>
                </a:cubicBezTo>
                <a:cubicBezTo>
                  <a:pt x="3966" y="11918"/>
                  <a:pt x="3828" y="11857"/>
                  <a:pt x="3789" y="11746"/>
                </a:cubicBezTo>
                <a:cubicBezTo>
                  <a:pt x="3749" y="11636"/>
                  <a:pt x="3823" y="11519"/>
                  <a:pt x="3953" y="11485"/>
                </a:cubicBezTo>
                <a:cubicBezTo>
                  <a:pt x="3985" y="11477"/>
                  <a:pt x="4018" y="11474"/>
                  <a:pt x="4050" y="11477"/>
                </a:cubicBezTo>
                <a:close/>
                <a:moveTo>
                  <a:pt x="3189" y="11701"/>
                </a:moveTo>
                <a:cubicBezTo>
                  <a:pt x="3284" y="11709"/>
                  <a:pt x="3367" y="11764"/>
                  <a:pt x="3397" y="11847"/>
                </a:cubicBezTo>
                <a:cubicBezTo>
                  <a:pt x="3436" y="11958"/>
                  <a:pt x="3364" y="12075"/>
                  <a:pt x="3234" y="12108"/>
                </a:cubicBezTo>
                <a:cubicBezTo>
                  <a:pt x="3104" y="12142"/>
                  <a:pt x="2967" y="12079"/>
                  <a:pt x="2927" y="11968"/>
                </a:cubicBezTo>
                <a:cubicBezTo>
                  <a:pt x="2888" y="11858"/>
                  <a:pt x="2962" y="11741"/>
                  <a:pt x="3092" y="11707"/>
                </a:cubicBezTo>
                <a:cubicBezTo>
                  <a:pt x="3124" y="11699"/>
                  <a:pt x="3157" y="11698"/>
                  <a:pt x="3189" y="11701"/>
                </a:cubicBezTo>
                <a:close/>
                <a:moveTo>
                  <a:pt x="2325" y="11923"/>
                </a:moveTo>
                <a:cubicBezTo>
                  <a:pt x="2420" y="11931"/>
                  <a:pt x="2505" y="11987"/>
                  <a:pt x="2535" y="12069"/>
                </a:cubicBezTo>
                <a:cubicBezTo>
                  <a:pt x="2575" y="12180"/>
                  <a:pt x="2503" y="12297"/>
                  <a:pt x="2373" y="12331"/>
                </a:cubicBezTo>
                <a:cubicBezTo>
                  <a:pt x="2243" y="12364"/>
                  <a:pt x="2105" y="12303"/>
                  <a:pt x="2066" y="12192"/>
                </a:cubicBezTo>
                <a:cubicBezTo>
                  <a:pt x="2026" y="12082"/>
                  <a:pt x="2098" y="11965"/>
                  <a:pt x="2228" y="11931"/>
                </a:cubicBezTo>
                <a:cubicBezTo>
                  <a:pt x="2261" y="11923"/>
                  <a:pt x="2293" y="11920"/>
                  <a:pt x="2325" y="11923"/>
                </a:cubicBezTo>
                <a:close/>
              </a:path>
            </a:pathLst>
          </a:custGeom>
          <a:solidFill>
            <a:schemeClr val="accent3">
              <a:hueOff val="362282"/>
              <a:satOff val="31803"/>
              <a:lumOff val="-18242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226" name="Casque"/>
          <p:cNvSpPr/>
          <p:nvPr/>
        </p:nvSpPr>
        <p:spPr>
          <a:xfrm>
            <a:off x="10197665" y="20282589"/>
            <a:ext cx="537695" cy="6469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30" h="21518" fill="norm" stroke="1" extrusionOk="0">
                <a:moveTo>
                  <a:pt x="9244" y="4"/>
                </a:moveTo>
                <a:cubicBezTo>
                  <a:pt x="5439" y="89"/>
                  <a:pt x="689" y="3406"/>
                  <a:pt x="842" y="8320"/>
                </a:cubicBezTo>
                <a:cubicBezTo>
                  <a:pt x="61" y="9004"/>
                  <a:pt x="-415" y="9826"/>
                  <a:pt x="501" y="9829"/>
                </a:cubicBezTo>
                <a:cubicBezTo>
                  <a:pt x="1190" y="9832"/>
                  <a:pt x="19460" y="9829"/>
                  <a:pt x="20659" y="9829"/>
                </a:cubicBezTo>
                <a:cubicBezTo>
                  <a:pt x="21078" y="9829"/>
                  <a:pt x="21185" y="9479"/>
                  <a:pt x="20752" y="9159"/>
                </a:cubicBezTo>
                <a:cubicBezTo>
                  <a:pt x="20319" y="8839"/>
                  <a:pt x="18764" y="7947"/>
                  <a:pt x="18118" y="7601"/>
                </a:cubicBezTo>
                <a:cubicBezTo>
                  <a:pt x="18064" y="5863"/>
                  <a:pt x="16627" y="3075"/>
                  <a:pt x="16219" y="2702"/>
                </a:cubicBezTo>
                <a:cubicBezTo>
                  <a:pt x="15788" y="2442"/>
                  <a:pt x="15205" y="2330"/>
                  <a:pt x="15205" y="2330"/>
                </a:cubicBezTo>
                <a:lnTo>
                  <a:pt x="14948" y="1292"/>
                </a:lnTo>
                <a:cubicBezTo>
                  <a:pt x="14948" y="1292"/>
                  <a:pt x="13050" y="-82"/>
                  <a:pt x="9244" y="4"/>
                </a:cubicBezTo>
                <a:close/>
                <a:moveTo>
                  <a:pt x="1996" y="10240"/>
                </a:moveTo>
                <a:cubicBezTo>
                  <a:pt x="2002" y="10434"/>
                  <a:pt x="2014" y="10625"/>
                  <a:pt x="2034" y="10813"/>
                </a:cubicBezTo>
                <a:cubicBezTo>
                  <a:pt x="2471" y="10713"/>
                  <a:pt x="2959" y="10599"/>
                  <a:pt x="3311" y="10513"/>
                </a:cubicBezTo>
                <a:cubicBezTo>
                  <a:pt x="3518" y="10463"/>
                  <a:pt x="3634" y="10387"/>
                  <a:pt x="3632" y="10301"/>
                </a:cubicBezTo>
                <a:lnTo>
                  <a:pt x="3608" y="10240"/>
                </a:lnTo>
                <a:lnTo>
                  <a:pt x="1996" y="10240"/>
                </a:lnTo>
                <a:close/>
                <a:moveTo>
                  <a:pt x="4139" y="10240"/>
                </a:moveTo>
                <a:cubicBezTo>
                  <a:pt x="4153" y="10345"/>
                  <a:pt x="4162" y="10759"/>
                  <a:pt x="3452" y="10931"/>
                </a:cubicBezTo>
                <a:cubicBezTo>
                  <a:pt x="2635" y="11129"/>
                  <a:pt x="1123" y="11468"/>
                  <a:pt x="1123" y="11468"/>
                </a:cubicBezTo>
                <a:lnTo>
                  <a:pt x="1757" y="13228"/>
                </a:lnTo>
                <a:lnTo>
                  <a:pt x="13165" y="10240"/>
                </a:lnTo>
                <a:lnTo>
                  <a:pt x="4139" y="10240"/>
                </a:lnTo>
                <a:close/>
                <a:moveTo>
                  <a:pt x="14900" y="10240"/>
                </a:moveTo>
                <a:lnTo>
                  <a:pt x="14266" y="10407"/>
                </a:lnTo>
                <a:lnTo>
                  <a:pt x="2737" y="13425"/>
                </a:lnTo>
                <a:cubicBezTo>
                  <a:pt x="3404" y="15068"/>
                  <a:pt x="4316" y="16511"/>
                  <a:pt x="4563" y="17863"/>
                </a:cubicBezTo>
                <a:cubicBezTo>
                  <a:pt x="4966" y="20067"/>
                  <a:pt x="3119" y="21518"/>
                  <a:pt x="3119" y="21518"/>
                </a:cubicBezTo>
                <a:lnTo>
                  <a:pt x="12443" y="21518"/>
                </a:lnTo>
                <a:cubicBezTo>
                  <a:pt x="13033" y="18812"/>
                  <a:pt x="14155" y="19308"/>
                  <a:pt x="15134" y="19283"/>
                </a:cubicBezTo>
                <a:cubicBezTo>
                  <a:pt x="16113" y="19259"/>
                  <a:pt x="17322" y="19014"/>
                  <a:pt x="17120" y="17900"/>
                </a:cubicBezTo>
                <a:cubicBezTo>
                  <a:pt x="16985" y="17155"/>
                  <a:pt x="17153" y="16918"/>
                  <a:pt x="17484" y="16523"/>
                </a:cubicBezTo>
                <a:cubicBezTo>
                  <a:pt x="17816" y="16128"/>
                  <a:pt x="17156" y="15773"/>
                  <a:pt x="17156" y="15773"/>
                </a:cubicBezTo>
                <a:lnTo>
                  <a:pt x="17538" y="15588"/>
                </a:lnTo>
                <a:cubicBezTo>
                  <a:pt x="17720" y="15500"/>
                  <a:pt x="17812" y="15322"/>
                  <a:pt x="17766" y="15148"/>
                </a:cubicBezTo>
                <a:cubicBezTo>
                  <a:pt x="17747" y="15079"/>
                  <a:pt x="17727" y="14994"/>
                  <a:pt x="17702" y="14892"/>
                </a:cubicBezTo>
                <a:cubicBezTo>
                  <a:pt x="17620" y="14550"/>
                  <a:pt x="17798" y="14255"/>
                  <a:pt x="18132" y="14149"/>
                </a:cubicBezTo>
                <a:cubicBezTo>
                  <a:pt x="18431" y="14055"/>
                  <a:pt x="18645" y="13927"/>
                  <a:pt x="18795" y="13804"/>
                </a:cubicBezTo>
                <a:cubicBezTo>
                  <a:pt x="18999" y="13637"/>
                  <a:pt x="18997" y="13350"/>
                  <a:pt x="18845" y="13147"/>
                </a:cubicBezTo>
                <a:cubicBezTo>
                  <a:pt x="18291" y="12406"/>
                  <a:pt x="17726" y="11593"/>
                  <a:pt x="17336" y="11069"/>
                </a:cubicBezTo>
                <a:cubicBezTo>
                  <a:pt x="17098" y="10750"/>
                  <a:pt x="17117" y="10492"/>
                  <a:pt x="17201" y="10240"/>
                </a:cubicBezTo>
                <a:lnTo>
                  <a:pt x="14900" y="10240"/>
                </a:lnTo>
                <a:close/>
                <a:moveTo>
                  <a:pt x="5775" y="11030"/>
                </a:moveTo>
                <a:cubicBezTo>
                  <a:pt x="5870" y="11039"/>
                  <a:pt x="5955" y="11094"/>
                  <a:pt x="5985" y="11177"/>
                </a:cubicBezTo>
                <a:cubicBezTo>
                  <a:pt x="6024" y="11287"/>
                  <a:pt x="5950" y="11404"/>
                  <a:pt x="5820" y="11438"/>
                </a:cubicBezTo>
                <a:cubicBezTo>
                  <a:pt x="5691" y="11472"/>
                  <a:pt x="5553" y="11409"/>
                  <a:pt x="5514" y="11298"/>
                </a:cubicBezTo>
                <a:cubicBezTo>
                  <a:pt x="5474" y="11188"/>
                  <a:pt x="5548" y="11071"/>
                  <a:pt x="5678" y="11037"/>
                </a:cubicBezTo>
                <a:cubicBezTo>
                  <a:pt x="5710" y="11029"/>
                  <a:pt x="5743" y="11027"/>
                  <a:pt x="5775" y="11030"/>
                </a:cubicBezTo>
                <a:close/>
                <a:moveTo>
                  <a:pt x="4911" y="11253"/>
                </a:moveTo>
                <a:cubicBezTo>
                  <a:pt x="5007" y="11261"/>
                  <a:pt x="5092" y="11318"/>
                  <a:pt x="5121" y="11401"/>
                </a:cubicBezTo>
                <a:cubicBezTo>
                  <a:pt x="5161" y="11511"/>
                  <a:pt x="5089" y="11627"/>
                  <a:pt x="4959" y="11660"/>
                </a:cubicBezTo>
                <a:cubicBezTo>
                  <a:pt x="4829" y="11694"/>
                  <a:pt x="4692" y="11633"/>
                  <a:pt x="4652" y="11522"/>
                </a:cubicBezTo>
                <a:cubicBezTo>
                  <a:pt x="4613" y="11412"/>
                  <a:pt x="4685" y="11295"/>
                  <a:pt x="4814" y="11261"/>
                </a:cubicBezTo>
                <a:cubicBezTo>
                  <a:pt x="4847" y="11253"/>
                  <a:pt x="4880" y="11250"/>
                  <a:pt x="4911" y="11253"/>
                </a:cubicBezTo>
                <a:close/>
                <a:moveTo>
                  <a:pt x="4050" y="11477"/>
                </a:moveTo>
                <a:cubicBezTo>
                  <a:pt x="4145" y="11485"/>
                  <a:pt x="4230" y="11540"/>
                  <a:pt x="4260" y="11623"/>
                </a:cubicBezTo>
                <a:cubicBezTo>
                  <a:pt x="4300" y="11734"/>
                  <a:pt x="4225" y="11851"/>
                  <a:pt x="4096" y="11884"/>
                </a:cubicBezTo>
                <a:cubicBezTo>
                  <a:pt x="3966" y="11918"/>
                  <a:pt x="3828" y="11857"/>
                  <a:pt x="3789" y="11746"/>
                </a:cubicBezTo>
                <a:cubicBezTo>
                  <a:pt x="3749" y="11636"/>
                  <a:pt x="3823" y="11519"/>
                  <a:pt x="3953" y="11485"/>
                </a:cubicBezTo>
                <a:cubicBezTo>
                  <a:pt x="3985" y="11477"/>
                  <a:pt x="4018" y="11474"/>
                  <a:pt x="4050" y="11477"/>
                </a:cubicBezTo>
                <a:close/>
                <a:moveTo>
                  <a:pt x="3189" y="11701"/>
                </a:moveTo>
                <a:cubicBezTo>
                  <a:pt x="3284" y="11709"/>
                  <a:pt x="3367" y="11764"/>
                  <a:pt x="3397" y="11847"/>
                </a:cubicBezTo>
                <a:cubicBezTo>
                  <a:pt x="3436" y="11958"/>
                  <a:pt x="3364" y="12075"/>
                  <a:pt x="3234" y="12108"/>
                </a:cubicBezTo>
                <a:cubicBezTo>
                  <a:pt x="3104" y="12142"/>
                  <a:pt x="2967" y="12079"/>
                  <a:pt x="2927" y="11968"/>
                </a:cubicBezTo>
                <a:cubicBezTo>
                  <a:pt x="2888" y="11858"/>
                  <a:pt x="2962" y="11741"/>
                  <a:pt x="3092" y="11707"/>
                </a:cubicBezTo>
                <a:cubicBezTo>
                  <a:pt x="3124" y="11699"/>
                  <a:pt x="3157" y="11698"/>
                  <a:pt x="3189" y="11701"/>
                </a:cubicBezTo>
                <a:close/>
                <a:moveTo>
                  <a:pt x="2325" y="11923"/>
                </a:moveTo>
                <a:cubicBezTo>
                  <a:pt x="2420" y="11931"/>
                  <a:pt x="2505" y="11987"/>
                  <a:pt x="2535" y="12069"/>
                </a:cubicBezTo>
                <a:cubicBezTo>
                  <a:pt x="2575" y="12180"/>
                  <a:pt x="2503" y="12297"/>
                  <a:pt x="2373" y="12331"/>
                </a:cubicBezTo>
                <a:cubicBezTo>
                  <a:pt x="2243" y="12364"/>
                  <a:pt x="2105" y="12303"/>
                  <a:pt x="2066" y="12192"/>
                </a:cubicBezTo>
                <a:cubicBezTo>
                  <a:pt x="2026" y="12082"/>
                  <a:pt x="2098" y="11965"/>
                  <a:pt x="2228" y="11931"/>
                </a:cubicBezTo>
                <a:cubicBezTo>
                  <a:pt x="2261" y="11923"/>
                  <a:pt x="2293" y="11920"/>
                  <a:pt x="2325" y="11923"/>
                </a:cubicBezTo>
                <a:close/>
              </a:path>
            </a:pathLst>
          </a:custGeom>
          <a:solidFill>
            <a:schemeClr val="accent5">
              <a:hueOff val="-82419"/>
              <a:satOff val="-9513"/>
              <a:lumOff val="-16343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227" name="4  MILP"/>
          <p:cNvSpPr txBox="1"/>
          <p:nvPr/>
        </p:nvSpPr>
        <p:spPr>
          <a:xfrm>
            <a:off x="17901988" y="15211681"/>
            <a:ext cx="3316141" cy="11798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076" tIns="63076" rIns="63076" bIns="63076" anchor="ctr">
            <a:spAutoFit/>
          </a:bodyPr>
          <a:lstStyle>
            <a:lvl1pPr>
              <a:defRPr b="1" sz="7000"/>
            </a:lvl1pPr>
          </a:lstStyle>
          <a:p>
            <a:pPr/>
            <a:r>
              <a:t>4  MILP</a:t>
            </a:r>
          </a:p>
        </p:txBody>
      </p:sp>
      <p:sp>
        <p:nvSpPr>
          <p:cNvPr id="228" name="4  Metaheuristic"/>
          <p:cNvSpPr txBox="1"/>
          <p:nvPr/>
        </p:nvSpPr>
        <p:spPr>
          <a:xfrm>
            <a:off x="17481112" y="23991040"/>
            <a:ext cx="6937037" cy="1179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076" tIns="63076" rIns="63076" bIns="63076" anchor="ctr">
            <a:spAutoFit/>
          </a:bodyPr>
          <a:lstStyle>
            <a:lvl1pPr>
              <a:defRPr b="1" sz="7000"/>
            </a:lvl1pPr>
          </a:lstStyle>
          <a:p>
            <a:pPr/>
            <a:r>
              <a:t>4  Metaheuristic</a:t>
            </a:r>
          </a:p>
        </p:txBody>
      </p:sp>
      <p:sp>
        <p:nvSpPr>
          <p:cNvPr id="229" name="INPUTS…"/>
          <p:cNvSpPr txBox="1"/>
          <p:nvPr/>
        </p:nvSpPr>
        <p:spPr>
          <a:xfrm>
            <a:off x="18008416" y="16655213"/>
            <a:ext cx="4547821" cy="2666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076" tIns="63076" rIns="63076" bIns="63076" anchor="ctr">
            <a:spAutoFit/>
          </a:bodyPr>
          <a:lstStyle/>
          <a:p>
            <a:pPr algn="ctr">
              <a:defRPr b="1" sz="3400"/>
            </a:pPr>
            <a:r>
              <a:t>INPUTS</a:t>
            </a:r>
          </a:p>
          <a:p>
            <a:pPr marL="449791" indent="-449791">
              <a:spcBef>
                <a:spcPts val="0"/>
              </a:spcBef>
              <a:buSzPct val="125000"/>
              <a:buChar char="•"/>
              <a:defRPr sz="3400"/>
            </a:pPr>
            <a:r>
              <a:t>Jobs and operations</a:t>
            </a:r>
          </a:p>
          <a:p>
            <a:pPr marL="449791" indent="-449791">
              <a:spcBef>
                <a:spcPts val="0"/>
              </a:spcBef>
              <a:buSzPct val="125000"/>
              <a:buChar char="•"/>
              <a:defRPr sz="3400"/>
            </a:pPr>
            <a:r>
              <a:t>Worker skills</a:t>
            </a:r>
          </a:p>
          <a:p>
            <a:pPr marL="449791" indent="-449791">
              <a:spcBef>
                <a:spcPts val="0"/>
              </a:spcBef>
              <a:buSzPct val="125000"/>
              <a:buChar char="•"/>
              <a:defRPr sz="3400"/>
            </a:pPr>
            <a:r>
              <a:t>Processing times</a:t>
            </a:r>
          </a:p>
          <a:p>
            <a:pPr marL="449791" indent="-449791">
              <a:spcBef>
                <a:spcPts val="0"/>
              </a:spcBef>
              <a:buSzPct val="125000"/>
              <a:buChar char="•"/>
              <a:defRPr sz="3400"/>
            </a:pPr>
            <a:r>
              <a:t>Operation difficulty</a:t>
            </a:r>
          </a:p>
        </p:txBody>
      </p:sp>
      <p:sp>
        <p:nvSpPr>
          <p:cNvPr id="230" name="MILP MODEL…"/>
          <p:cNvSpPr txBox="1"/>
          <p:nvPr/>
        </p:nvSpPr>
        <p:spPr>
          <a:xfrm>
            <a:off x="23367102" y="15499345"/>
            <a:ext cx="4715790" cy="4698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076" tIns="63076" rIns="63076" bIns="63076" anchor="ctr">
            <a:spAutoFit/>
          </a:bodyPr>
          <a:lstStyle/>
          <a:p>
            <a:pPr algn="ctr">
              <a:defRPr b="1" sz="3400"/>
            </a:pPr>
            <a:r>
              <a:t>MILP MODEL</a:t>
            </a:r>
          </a:p>
          <a:p>
            <a:pPr>
              <a:spcBef>
                <a:spcPts val="0"/>
              </a:spcBef>
              <a:defRPr sz="3400"/>
            </a:pPr>
            <a:r>
              <a:t>DECISION</a:t>
            </a:r>
          </a:p>
          <a:p>
            <a:pPr marL="449791" indent="-449791">
              <a:spcBef>
                <a:spcPts val="0"/>
              </a:spcBef>
              <a:buSzPct val="125000"/>
              <a:buChar char="•"/>
              <a:defRPr sz="3400"/>
            </a:pPr>
            <a:r>
              <a:t>Operation scheduling</a:t>
            </a:r>
          </a:p>
          <a:p>
            <a:pPr marL="449791" indent="-449791">
              <a:spcBef>
                <a:spcPts val="0"/>
              </a:spcBef>
              <a:buSzPct val="125000"/>
              <a:buChar char="•"/>
              <a:defRPr sz="3400"/>
            </a:pPr>
            <a:r>
              <a:t>Worker assignement</a:t>
            </a:r>
          </a:p>
          <a:p>
            <a:pPr marL="449791" indent="-449791">
              <a:spcBef>
                <a:spcPts val="0"/>
              </a:spcBef>
              <a:buSzPct val="125000"/>
              <a:buChar char="•"/>
              <a:defRPr sz="3400"/>
            </a:pPr>
            <a:r>
              <a:t>Execution Mode</a:t>
            </a:r>
          </a:p>
          <a:p>
            <a:pPr>
              <a:spcBef>
                <a:spcPts val="0"/>
              </a:spcBef>
              <a:defRPr sz="3400"/>
            </a:pPr>
          </a:p>
          <a:p>
            <a:pPr>
              <a:spcBef>
                <a:spcPts val="0"/>
              </a:spcBef>
              <a:defRPr sz="3400"/>
            </a:pPr>
            <a:r>
              <a:t>CONSTRAINTS</a:t>
            </a:r>
          </a:p>
          <a:p>
            <a:pPr marL="449791" indent="-449791">
              <a:spcBef>
                <a:spcPts val="0"/>
              </a:spcBef>
              <a:buSzPct val="125000"/>
              <a:buChar char="•"/>
              <a:defRPr sz="3400"/>
            </a:pPr>
            <a:r>
              <a:t>Precedence and time</a:t>
            </a:r>
          </a:p>
          <a:p>
            <a:pPr marL="449791" indent="-449791">
              <a:spcBef>
                <a:spcPts val="0"/>
              </a:spcBef>
              <a:buSzPct val="125000"/>
              <a:buChar char="•"/>
              <a:defRPr sz="3400"/>
            </a:pPr>
            <a:r>
              <a:t>Skills and learning</a:t>
            </a:r>
          </a:p>
        </p:txBody>
      </p:sp>
      <p:sp>
        <p:nvSpPr>
          <p:cNvPr id="231" name="GUROBI…"/>
          <p:cNvSpPr txBox="1"/>
          <p:nvPr/>
        </p:nvSpPr>
        <p:spPr>
          <a:xfrm>
            <a:off x="24174274" y="21074305"/>
            <a:ext cx="2857467" cy="16380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076" tIns="63076" rIns="63076" bIns="63076" anchor="ctr">
            <a:spAutoFit/>
          </a:bodyPr>
          <a:lstStyle/>
          <a:p>
            <a:pPr algn="ctr">
              <a:defRPr sz="3400"/>
            </a:pPr>
            <a:r>
              <a:t>GUROBI</a:t>
            </a:r>
          </a:p>
          <a:p>
            <a:pPr algn="ctr">
              <a:spcBef>
                <a:spcPts val="0"/>
              </a:spcBef>
              <a:defRPr sz="3400"/>
            </a:pPr>
            <a:r>
              <a:t>Lexicographic</a:t>
            </a:r>
          </a:p>
          <a:p>
            <a:pPr algn="ctr">
              <a:spcBef>
                <a:spcPts val="0"/>
              </a:spcBef>
              <a:defRPr sz="3400"/>
            </a:pPr>
            <a:r>
              <a:t>Optimization</a:t>
            </a:r>
          </a:p>
        </p:txBody>
      </p:sp>
      <p:sp>
        <p:nvSpPr>
          <p:cNvPr id="232" name="Rectangle aux angles arrondis"/>
          <p:cNvSpPr/>
          <p:nvPr/>
        </p:nvSpPr>
        <p:spPr>
          <a:xfrm>
            <a:off x="24174274" y="20890538"/>
            <a:ext cx="3101447" cy="2005599"/>
          </a:xfrm>
          <a:prstGeom prst="roundRect">
            <a:avLst>
              <a:gd name="adj" fmla="val 12366"/>
            </a:avLst>
          </a:prstGeom>
          <a:solidFill>
            <a:schemeClr val="accent1">
              <a:alpha val="2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233" name="Rectangle aux angles arrondis"/>
          <p:cNvSpPr/>
          <p:nvPr/>
        </p:nvSpPr>
        <p:spPr>
          <a:xfrm>
            <a:off x="141724" y="8700393"/>
            <a:ext cx="16874712" cy="22438480"/>
          </a:xfrm>
          <a:prstGeom prst="roundRect">
            <a:avLst>
              <a:gd name="adj" fmla="val 2615"/>
            </a:avLst>
          </a:prstGeom>
          <a:ln w="635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234" name="Ligne"/>
          <p:cNvSpPr/>
          <p:nvPr/>
        </p:nvSpPr>
        <p:spPr>
          <a:xfrm>
            <a:off x="25633166" y="28667939"/>
            <a:ext cx="728632" cy="1"/>
          </a:xfrm>
          <a:prstGeom prst="line">
            <a:avLst/>
          </a:prstGeom>
          <a:ln w="101600">
            <a:solidFill>
              <a:srgbClr val="000000"/>
            </a:solidFill>
            <a:miter lim="400000"/>
            <a:headEnd type="triangle"/>
          </a:ln>
        </p:spPr>
        <p:txBody>
          <a:bodyPr lIns="63076" tIns="63076" rIns="63076" bIns="63076" anchor="ctr"/>
          <a:lstStyle/>
          <a:p>
            <a:pPr/>
          </a:p>
        </p:txBody>
      </p:sp>
      <p:sp>
        <p:nvSpPr>
          <p:cNvPr id="235" name="Ligne"/>
          <p:cNvSpPr/>
          <p:nvPr/>
        </p:nvSpPr>
        <p:spPr>
          <a:xfrm>
            <a:off x="25603007" y="20219491"/>
            <a:ext cx="1" cy="952501"/>
          </a:xfrm>
          <a:prstGeom prst="line">
            <a:avLst/>
          </a:prstGeom>
          <a:ln w="114300">
            <a:solidFill>
              <a:srgbClr val="000000"/>
            </a:solidFill>
            <a:miter lim="400000"/>
            <a:tailEnd type="triangle"/>
          </a:ln>
        </p:spPr>
        <p:txBody>
          <a:bodyPr lIns="63076" tIns="63076" rIns="63076" bIns="63076" anchor="ctr"/>
          <a:lstStyle/>
          <a:p>
            <a:pPr/>
          </a:p>
        </p:txBody>
      </p:sp>
      <p:sp>
        <p:nvSpPr>
          <p:cNvPr id="236" name="Benefit…"/>
          <p:cNvSpPr txBox="1"/>
          <p:nvPr/>
        </p:nvSpPr>
        <p:spPr>
          <a:xfrm>
            <a:off x="17481112" y="8554282"/>
            <a:ext cx="5627371" cy="4667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076" tIns="63076" rIns="63076" bIns="63076" anchor="ctr">
            <a:spAutoFit/>
          </a:bodyPr>
          <a:lstStyle/>
          <a:p>
            <a:pPr marL="926041" indent="-926041">
              <a:buSzPct val="100000"/>
              <a:buAutoNum type="arabicPeriod" startAt="1"/>
              <a:defRPr b="1" sz="500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defRPr>
            </a:pPr>
            <a:r>
              <a:t>Benefit</a:t>
            </a:r>
          </a:p>
          <a:p>
            <a:pPr marL="926041" indent="-926041">
              <a:spcBef>
                <a:spcPts val="8800"/>
              </a:spcBef>
              <a:buSzPct val="100000"/>
              <a:buAutoNum type="arabicPeriod" startAt="1"/>
              <a:defRPr b="1" sz="50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</a:defRPr>
            </a:pPr>
            <a:r>
              <a:t>Skills</a:t>
            </a:r>
          </a:p>
          <a:p>
            <a:pPr marL="926041" indent="-926041">
              <a:spcBef>
                <a:spcPts val="8800"/>
              </a:spcBef>
              <a:buSzPct val="100000"/>
              <a:buAutoNum type="arabicPeriod" startAt="1"/>
              <a:defRPr b="1" sz="5000">
                <a:solidFill>
                  <a:schemeClr val="accent6">
                    <a:hueOff val="-146070"/>
                    <a:satOff val="-10048"/>
                    <a:lumOff val="-30626"/>
                  </a:schemeClr>
                </a:solidFill>
              </a:defRPr>
            </a:pPr>
            <a:r>
              <a:t>Cognitive Load</a:t>
            </a:r>
          </a:p>
        </p:txBody>
      </p:sp>
      <p:sp>
        <p:nvSpPr>
          <p:cNvPr id="237" name="3  Lexicographic Objectives"/>
          <p:cNvSpPr txBox="1"/>
          <p:nvPr/>
        </p:nvSpPr>
        <p:spPr>
          <a:xfrm>
            <a:off x="17481112" y="7335803"/>
            <a:ext cx="11876321" cy="11798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076" tIns="63076" rIns="63076" bIns="63076" anchor="ctr">
            <a:spAutoFit/>
          </a:bodyPr>
          <a:lstStyle>
            <a:lvl1pPr>
              <a:defRPr b="1" sz="7000"/>
            </a:lvl1pPr>
          </a:lstStyle>
          <a:p>
            <a:pPr/>
            <a:r>
              <a:t>3  Lexicographic Objectives</a:t>
            </a:r>
          </a:p>
        </p:txBody>
      </p:sp>
      <p:sp>
        <p:nvSpPr>
          <p:cNvPr id="238" name="Rectangle aux angles arrondis"/>
          <p:cNvSpPr/>
          <p:nvPr/>
        </p:nvSpPr>
        <p:spPr>
          <a:xfrm>
            <a:off x="16197145" y="2993706"/>
            <a:ext cx="13716544" cy="3872461"/>
          </a:xfrm>
          <a:prstGeom prst="roundRect">
            <a:avLst>
              <a:gd name="adj" fmla="val 9205"/>
            </a:avLst>
          </a:prstGeom>
          <a:ln w="635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239" name="Rectangle aux angles arrondis"/>
          <p:cNvSpPr/>
          <p:nvPr/>
        </p:nvSpPr>
        <p:spPr>
          <a:xfrm>
            <a:off x="471746" y="2990322"/>
            <a:ext cx="14911762" cy="5401034"/>
          </a:xfrm>
          <a:prstGeom prst="roundRect">
            <a:avLst>
              <a:gd name="adj" fmla="val 7175"/>
            </a:avLst>
          </a:prstGeom>
          <a:ln w="635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240" name="Rectangle aux angles arrondis"/>
          <p:cNvSpPr/>
          <p:nvPr/>
        </p:nvSpPr>
        <p:spPr>
          <a:xfrm>
            <a:off x="17324055" y="7206095"/>
            <a:ext cx="12190436" cy="7363409"/>
          </a:xfrm>
          <a:prstGeom prst="roundRect">
            <a:avLst>
              <a:gd name="adj" fmla="val 4841"/>
            </a:avLst>
          </a:prstGeom>
          <a:ln w="635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241" name="Argent liquide"/>
          <p:cNvSpPr/>
          <p:nvPr/>
        </p:nvSpPr>
        <p:spPr>
          <a:xfrm>
            <a:off x="18725382" y="9591690"/>
            <a:ext cx="1295401" cy="5313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2007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3019" y="1846"/>
                </a:moveTo>
                <a:lnTo>
                  <a:pt x="9380" y="1846"/>
                </a:lnTo>
                <a:cubicBezTo>
                  <a:pt x="8379" y="3482"/>
                  <a:pt x="7686" y="6872"/>
                  <a:pt x="7686" y="10802"/>
                </a:cubicBezTo>
                <a:cubicBezTo>
                  <a:pt x="7686" y="14732"/>
                  <a:pt x="8379" y="18118"/>
                  <a:pt x="9380" y="19754"/>
                </a:cubicBezTo>
                <a:lnTo>
                  <a:pt x="3019" y="19754"/>
                </a:lnTo>
                <a:cubicBezTo>
                  <a:pt x="2835" y="16931"/>
                  <a:pt x="1920" y="14704"/>
                  <a:pt x="762" y="14256"/>
                </a:cubicBezTo>
                <a:lnTo>
                  <a:pt x="762" y="7344"/>
                </a:lnTo>
                <a:cubicBezTo>
                  <a:pt x="1920" y="6896"/>
                  <a:pt x="2835" y="4669"/>
                  <a:pt x="3019" y="1846"/>
                </a:cubicBezTo>
                <a:close/>
                <a:moveTo>
                  <a:pt x="12080" y="1846"/>
                </a:moveTo>
                <a:lnTo>
                  <a:pt x="18581" y="1846"/>
                </a:lnTo>
                <a:cubicBezTo>
                  <a:pt x="18765" y="4669"/>
                  <a:pt x="19678" y="6896"/>
                  <a:pt x="20836" y="7344"/>
                </a:cubicBezTo>
                <a:lnTo>
                  <a:pt x="20836" y="14256"/>
                </a:lnTo>
                <a:cubicBezTo>
                  <a:pt x="19678" y="14704"/>
                  <a:pt x="18765" y="16931"/>
                  <a:pt x="18581" y="19754"/>
                </a:cubicBezTo>
                <a:lnTo>
                  <a:pt x="12080" y="19754"/>
                </a:lnTo>
                <a:cubicBezTo>
                  <a:pt x="13080" y="18118"/>
                  <a:pt x="13772" y="14732"/>
                  <a:pt x="13772" y="10802"/>
                </a:cubicBezTo>
                <a:cubicBezTo>
                  <a:pt x="13772" y="6872"/>
                  <a:pt x="13080" y="3482"/>
                  <a:pt x="12080" y="1846"/>
                </a:cubicBezTo>
                <a:close/>
                <a:moveTo>
                  <a:pt x="4544" y="7884"/>
                </a:moveTo>
                <a:cubicBezTo>
                  <a:pt x="4232" y="7884"/>
                  <a:pt x="3921" y="8174"/>
                  <a:pt x="3683" y="8754"/>
                </a:cubicBezTo>
                <a:cubicBezTo>
                  <a:pt x="3208" y="9913"/>
                  <a:pt x="3208" y="11795"/>
                  <a:pt x="3683" y="12953"/>
                </a:cubicBezTo>
                <a:cubicBezTo>
                  <a:pt x="4159" y="14112"/>
                  <a:pt x="4929" y="14112"/>
                  <a:pt x="5404" y="12953"/>
                </a:cubicBezTo>
                <a:cubicBezTo>
                  <a:pt x="5880" y="11795"/>
                  <a:pt x="5880" y="9913"/>
                  <a:pt x="5404" y="8754"/>
                </a:cubicBezTo>
                <a:cubicBezTo>
                  <a:pt x="5167" y="8174"/>
                  <a:pt x="4855" y="7884"/>
                  <a:pt x="4544" y="7884"/>
                </a:cubicBezTo>
                <a:close/>
                <a:moveTo>
                  <a:pt x="16914" y="7884"/>
                </a:moveTo>
                <a:cubicBezTo>
                  <a:pt x="16603" y="7884"/>
                  <a:pt x="16291" y="8174"/>
                  <a:pt x="16054" y="8754"/>
                </a:cubicBezTo>
                <a:cubicBezTo>
                  <a:pt x="15578" y="9913"/>
                  <a:pt x="15578" y="11795"/>
                  <a:pt x="16054" y="12953"/>
                </a:cubicBezTo>
                <a:cubicBezTo>
                  <a:pt x="16529" y="14112"/>
                  <a:pt x="17301" y="14112"/>
                  <a:pt x="17776" y="12953"/>
                </a:cubicBezTo>
                <a:cubicBezTo>
                  <a:pt x="18252" y="11795"/>
                  <a:pt x="18252" y="9913"/>
                  <a:pt x="17776" y="8754"/>
                </a:cubicBezTo>
                <a:cubicBezTo>
                  <a:pt x="17539" y="8174"/>
                  <a:pt x="17226" y="7884"/>
                  <a:pt x="16914" y="7884"/>
                </a:cubicBezTo>
                <a:close/>
              </a:path>
            </a:pathLst>
          </a:custGeom>
          <a:solidFill>
            <a:schemeClr val="accent3">
              <a:hueOff val="914337"/>
              <a:satOff val="31515"/>
              <a:lumOff val="-3079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242" name="Cerveau, avant"/>
          <p:cNvSpPr/>
          <p:nvPr/>
        </p:nvSpPr>
        <p:spPr>
          <a:xfrm>
            <a:off x="20118840" y="13262467"/>
            <a:ext cx="1104900" cy="9175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6" fill="norm" stroke="1" extrusionOk="0">
                <a:moveTo>
                  <a:pt x="8302" y="9"/>
                </a:moveTo>
                <a:cubicBezTo>
                  <a:pt x="6982" y="101"/>
                  <a:pt x="5943" y="867"/>
                  <a:pt x="5256" y="1602"/>
                </a:cubicBezTo>
                <a:cubicBezTo>
                  <a:pt x="5021" y="1852"/>
                  <a:pt x="4829" y="2167"/>
                  <a:pt x="4726" y="2528"/>
                </a:cubicBezTo>
                <a:cubicBezTo>
                  <a:pt x="4627" y="2877"/>
                  <a:pt x="4605" y="3232"/>
                  <a:pt x="4671" y="3567"/>
                </a:cubicBezTo>
                <a:cubicBezTo>
                  <a:pt x="4747" y="3948"/>
                  <a:pt x="4927" y="4283"/>
                  <a:pt x="5162" y="4487"/>
                </a:cubicBezTo>
                <a:cubicBezTo>
                  <a:pt x="5228" y="4546"/>
                  <a:pt x="5327" y="4527"/>
                  <a:pt x="5370" y="4448"/>
                </a:cubicBezTo>
                <a:cubicBezTo>
                  <a:pt x="5730" y="3830"/>
                  <a:pt x="6309" y="3389"/>
                  <a:pt x="6844" y="3323"/>
                </a:cubicBezTo>
                <a:cubicBezTo>
                  <a:pt x="6925" y="3310"/>
                  <a:pt x="7003" y="3371"/>
                  <a:pt x="7024" y="3463"/>
                </a:cubicBezTo>
                <a:cubicBezTo>
                  <a:pt x="7052" y="3587"/>
                  <a:pt x="6985" y="3704"/>
                  <a:pt x="6881" y="3711"/>
                </a:cubicBezTo>
                <a:cubicBezTo>
                  <a:pt x="6434" y="3770"/>
                  <a:pt x="5949" y="4146"/>
                  <a:pt x="5638" y="4678"/>
                </a:cubicBezTo>
                <a:cubicBezTo>
                  <a:pt x="5431" y="5033"/>
                  <a:pt x="5343" y="5387"/>
                  <a:pt x="5392" y="5670"/>
                </a:cubicBezTo>
                <a:cubicBezTo>
                  <a:pt x="5409" y="5768"/>
                  <a:pt x="5375" y="5873"/>
                  <a:pt x="5293" y="5912"/>
                </a:cubicBezTo>
                <a:cubicBezTo>
                  <a:pt x="5272" y="5919"/>
                  <a:pt x="5256" y="5926"/>
                  <a:pt x="5234" y="5926"/>
                </a:cubicBezTo>
                <a:cubicBezTo>
                  <a:pt x="5157" y="5926"/>
                  <a:pt x="5091" y="5866"/>
                  <a:pt x="5075" y="5774"/>
                </a:cubicBezTo>
                <a:cubicBezTo>
                  <a:pt x="5037" y="5590"/>
                  <a:pt x="5043" y="5387"/>
                  <a:pt x="5087" y="5177"/>
                </a:cubicBezTo>
                <a:cubicBezTo>
                  <a:pt x="5114" y="5046"/>
                  <a:pt x="5071" y="4907"/>
                  <a:pt x="4978" y="4822"/>
                </a:cubicBezTo>
                <a:cubicBezTo>
                  <a:pt x="4672" y="4559"/>
                  <a:pt x="4443" y="4139"/>
                  <a:pt x="4350" y="3666"/>
                </a:cubicBezTo>
                <a:cubicBezTo>
                  <a:pt x="4323" y="3534"/>
                  <a:pt x="4306" y="3403"/>
                  <a:pt x="4306" y="3272"/>
                </a:cubicBezTo>
                <a:cubicBezTo>
                  <a:pt x="4301" y="3101"/>
                  <a:pt x="4175" y="2982"/>
                  <a:pt x="4038" y="3015"/>
                </a:cubicBezTo>
                <a:cubicBezTo>
                  <a:pt x="3503" y="3159"/>
                  <a:pt x="2363" y="3724"/>
                  <a:pt x="1332" y="5524"/>
                </a:cubicBezTo>
                <a:cubicBezTo>
                  <a:pt x="595" y="6917"/>
                  <a:pt x="279" y="8480"/>
                  <a:pt x="426" y="9302"/>
                </a:cubicBezTo>
                <a:cubicBezTo>
                  <a:pt x="443" y="9492"/>
                  <a:pt x="486" y="9670"/>
                  <a:pt x="541" y="9827"/>
                </a:cubicBezTo>
                <a:cubicBezTo>
                  <a:pt x="595" y="9978"/>
                  <a:pt x="748" y="10038"/>
                  <a:pt x="868" y="9953"/>
                </a:cubicBezTo>
                <a:cubicBezTo>
                  <a:pt x="1179" y="9729"/>
                  <a:pt x="1484" y="9624"/>
                  <a:pt x="1751" y="9585"/>
                </a:cubicBezTo>
                <a:cubicBezTo>
                  <a:pt x="2292" y="9500"/>
                  <a:pt x="2756" y="9664"/>
                  <a:pt x="3051" y="9815"/>
                </a:cubicBezTo>
                <a:cubicBezTo>
                  <a:pt x="3231" y="9907"/>
                  <a:pt x="3400" y="10019"/>
                  <a:pt x="3542" y="10144"/>
                </a:cubicBezTo>
                <a:cubicBezTo>
                  <a:pt x="3635" y="10222"/>
                  <a:pt x="3765" y="10190"/>
                  <a:pt x="3825" y="10072"/>
                </a:cubicBezTo>
                <a:cubicBezTo>
                  <a:pt x="3967" y="9789"/>
                  <a:pt x="4148" y="9553"/>
                  <a:pt x="4350" y="9382"/>
                </a:cubicBezTo>
                <a:cubicBezTo>
                  <a:pt x="4416" y="9329"/>
                  <a:pt x="4507" y="9328"/>
                  <a:pt x="4562" y="9400"/>
                </a:cubicBezTo>
                <a:cubicBezTo>
                  <a:pt x="4638" y="9492"/>
                  <a:pt x="4623" y="9638"/>
                  <a:pt x="4541" y="9704"/>
                </a:cubicBezTo>
                <a:cubicBezTo>
                  <a:pt x="4170" y="10006"/>
                  <a:pt x="3885" y="10617"/>
                  <a:pt x="3820" y="11260"/>
                </a:cubicBezTo>
                <a:cubicBezTo>
                  <a:pt x="3776" y="11687"/>
                  <a:pt x="3836" y="12056"/>
                  <a:pt x="3989" y="12273"/>
                </a:cubicBezTo>
                <a:cubicBezTo>
                  <a:pt x="4043" y="12351"/>
                  <a:pt x="4055" y="12463"/>
                  <a:pt x="4001" y="12542"/>
                </a:cubicBezTo>
                <a:cubicBezTo>
                  <a:pt x="3968" y="12588"/>
                  <a:pt x="3924" y="12607"/>
                  <a:pt x="3875" y="12607"/>
                </a:cubicBezTo>
                <a:cubicBezTo>
                  <a:pt x="3831" y="12607"/>
                  <a:pt x="3788" y="12588"/>
                  <a:pt x="3755" y="12542"/>
                </a:cubicBezTo>
                <a:cubicBezTo>
                  <a:pt x="3531" y="12239"/>
                  <a:pt x="3438" y="11765"/>
                  <a:pt x="3493" y="11207"/>
                </a:cubicBezTo>
                <a:cubicBezTo>
                  <a:pt x="3503" y="11102"/>
                  <a:pt x="3520" y="11004"/>
                  <a:pt x="3542" y="10899"/>
                </a:cubicBezTo>
                <a:cubicBezTo>
                  <a:pt x="3569" y="10774"/>
                  <a:pt x="3537" y="10635"/>
                  <a:pt x="3455" y="10550"/>
                </a:cubicBezTo>
                <a:cubicBezTo>
                  <a:pt x="3122" y="10202"/>
                  <a:pt x="2472" y="9868"/>
                  <a:pt x="1801" y="9973"/>
                </a:cubicBezTo>
                <a:cubicBezTo>
                  <a:pt x="1774" y="9980"/>
                  <a:pt x="1746" y="9979"/>
                  <a:pt x="1719" y="9985"/>
                </a:cubicBezTo>
                <a:cubicBezTo>
                  <a:pt x="1113" y="10110"/>
                  <a:pt x="606" y="10616"/>
                  <a:pt x="355" y="11299"/>
                </a:cubicBezTo>
                <a:cubicBezTo>
                  <a:pt x="126" y="11930"/>
                  <a:pt x="0" y="12621"/>
                  <a:pt x="0" y="13351"/>
                </a:cubicBezTo>
                <a:cubicBezTo>
                  <a:pt x="0" y="16287"/>
                  <a:pt x="2063" y="18664"/>
                  <a:pt x="4606" y="18664"/>
                </a:cubicBezTo>
                <a:cubicBezTo>
                  <a:pt x="5899" y="18664"/>
                  <a:pt x="7073" y="18046"/>
                  <a:pt x="7908" y="17054"/>
                </a:cubicBezTo>
                <a:cubicBezTo>
                  <a:pt x="7957" y="17002"/>
                  <a:pt x="7946" y="16897"/>
                  <a:pt x="7880" y="16851"/>
                </a:cubicBezTo>
                <a:cubicBezTo>
                  <a:pt x="7766" y="16772"/>
                  <a:pt x="7661" y="16687"/>
                  <a:pt x="7563" y="16595"/>
                </a:cubicBezTo>
                <a:cubicBezTo>
                  <a:pt x="7503" y="16535"/>
                  <a:pt x="7477" y="16425"/>
                  <a:pt x="7521" y="16340"/>
                </a:cubicBezTo>
                <a:cubicBezTo>
                  <a:pt x="7575" y="16228"/>
                  <a:pt x="7690" y="16208"/>
                  <a:pt x="7766" y="16280"/>
                </a:cubicBezTo>
                <a:cubicBezTo>
                  <a:pt x="7952" y="16471"/>
                  <a:pt x="8651" y="17023"/>
                  <a:pt x="9289" y="17030"/>
                </a:cubicBezTo>
                <a:cubicBezTo>
                  <a:pt x="10009" y="17036"/>
                  <a:pt x="10599" y="16305"/>
                  <a:pt x="10599" y="15412"/>
                </a:cubicBezTo>
                <a:cubicBezTo>
                  <a:pt x="10599" y="15228"/>
                  <a:pt x="10571" y="15051"/>
                  <a:pt x="10527" y="14886"/>
                </a:cubicBezTo>
                <a:cubicBezTo>
                  <a:pt x="10374" y="14453"/>
                  <a:pt x="10080" y="14139"/>
                  <a:pt x="9649" y="13942"/>
                </a:cubicBezTo>
                <a:cubicBezTo>
                  <a:pt x="8716" y="13515"/>
                  <a:pt x="7390" y="13783"/>
                  <a:pt x="6615" y="14256"/>
                </a:cubicBezTo>
                <a:cubicBezTo>
                  <a:pt x="5846" y="14722"/>
                  <a:pt x="5343" y="15578"/>
                  <a:pt x="5338" y="15584"/>
                </a:cubicBezTo>
                <a:lnTo>
                  <a:pt x="5310" y="15630"/>
                </a:lnTo>
                <a:cubicBezTo>
                  <a:pt x="5261" y="15715"/>
                  <a:pt x="5152" y="15722"/>
                  <a:pt x="5097" y="15630"/>
                </a:cubicBezTo>
                <a:lnTo>
                  <a:pt x="5070" y="15584"/>
                </a:lnTo>
                <a:cubicBezTo>
                  <a:pt x="4442" y="14527"/>
                  <a:pt x="2920" y="14106"/>
                  <a:pt x="2046" y="14736"/>
                </a:cubicBezTo>
                <a:cubicBezTo>
                  <a:pt x="1970" y="14789"/>
                  <a:pt x="1872" y="14768"/>
                  <a:pt x="1823" y="14683"/>
                </a:cubicBezTo>
                <a:cubicBezTo>
                  <a:pt x="1768" y="14591"/>
                  <a:pt x="1791" y="14461"/>
                  <a:pt x="1872" y="14402"/>
                </a:cubicBezTo>
                <a:cubicBezTo>
                  <a:pt x="2773" y="13738"/>
                  <a:pt x="4213" y="14026"/>
                  <a:pt x="5043" y="14946"/>
                </a:cubicBezTo>
                <a:cubicBezTo>
                  <a:pt x="5136" y="15044"/>
                  <a:pt x="5271" y="15039"/>
                  <a:pt x="5353" y="14934"/>
                </a:cubicBezTo>
                <a:cubicBezTo>
                  <a:pt x="5593" y="14618"/>
                  <a:pt x="5981" y="14190"/>
                  <a:pt x="6467" y="13895"/>
                </a:cubicBezTo>
                <a:cubicBezTo>
                  <a:pt x="7323" y="13376"/>
                  <a:pt x="8732" y="13093"/>
                  <a:pt x="9763" y="13560"/>
                </a:cubicBezTo>
                <a:cubicBezTo>
                  <a:pt x="10052" y="13691"/>
                  <a:pt x="10292" y="13876"/>
                  <a:pt x="10478" y="14106"/>
                </a:cubicBezTo>
                <a:cubicBezTo>
                  <a:pt x="10489" y="14067"/>
                  <a:pt x="10506" y="14020"/>
                  <a:pt x="10517" y="13981"/>
                </a:cubicBezTo>
                <a:cubicBezTo>
                  <a:pt x="10446" y="12161"/>
                  <a:pt x="9840" y="11095"/>
                  <a:pt x="8634" y="10649"/>
                </a:cubicBezTo>
                <a:cubicBezTo>
                  <a:pt x="8547" y="10616"/>
                  <a:pt x="8491" y="10511"/>
                  <a:pt x="8513" y="10412"/>
                </a:cubicBezTo>
                <a:cubicBezTo>
                  <a:pt x="8535" y="10301"/>
                  <a:pt x="8628" y="10236"/>
                  <a:pt x="8721" y="10269"/>
                </a:cubicBezTo>
                <a:cubicBezTo>
                  <a:pt x="9289" y="10472"/>
                  <a:pt x="9735" y="10806"/>
                  <a:pt x="10074" y="11273"/>
                </a:cubicBezTo>
                <a:cubicBezTo>
                  <a:pt x="10139" y="11358"/>
                  <a:pt x="10254" y="11359"/>
                  <a:pt x="10309" y="11260"/>
                </a:cubicBezTo>
                <a:cubicBezTo>
                  <a:pt x="10483" y="10971"/>
                  <a:pt x="10599" y="10564"/>
                  <a:pt x="10599" y="10117"/>
                </a:cubicBezTo>
                <a:cubicBezTo>
                  <a:pt x="10599" y="9795"/>
                  <a:pt x="10538" y="9500"/>
                  <a:pt x="10440" y="9244"/>
                </a:cubicBezTo>
                <a:cubicBezTo>
                  <a:pt x="10435" y="9231"/>
                  <a:pt x="10429" y="9216"/>
                  <a:pt x="10423" y="9203"/>
                </a:cubicBezTo>
                <a:cubicBezTo>
                  <a:pt x="10423" y="9203"/>
                  <a:pt x="10423" y="9204"/>
                  <a:pt x="10423" y="9197"/>
                </a:cubicBezTo>
                <a:cubicBezTo>
                  <a:pt x="10401" y="9151"/>
                  <a:pt x="10386" y="9105"/>
                  <a:pt x="10358" y="9059"/>
                </a:cubicBezTo>
                <a:cubicBezTo>
                  <a:pt x="10336" y="9013"/>
                  <a:pt x="10315" y="8968"/>
                  <a:pt x="10299" y="8916"/>
                </a:cubicBezTo>
                <a:cubicBezTo>
                  <a:pt x="10135" y="8627"/>
                  <a:pt x="9867" y="8383"/>
                  <a:pt x="9518" y="8199"/>
                </a:cubicBezTo>
                <a:cubicBezTo>
                  <a:pt x="8868" y="7864"/>
                  <a:pt x="8082" y="7825"/>
                  <a:pt x="7558" y="8101"/>
                </a:cubicBezTo>
                <a:cubicBezTo>
                  <a:pt x="6952" y="8423"/>
                  <a:pt x="6505" y="9079"/>
                  <a:pt x="6390" y="9815"/>
                </a:cubicBezTo>
                <a:cubicBezTo>
                  <a:pt x="6314" y="10295"/>
                  <a:pt x="6352" y="11018"/>
                  <a:pt x="6953" y="11747"/>
                </a:cubicBezTo>
                <a:cubicBezTo>
                  <a:pt x="7018" y="11826"/>
                  <a:pt x="7024" y="11964"/>
                  <a:pt x="6953" y="12043"/>
                </a:cubicBezTo>
                <a:cubicBezTo>
                  <a:pt x="6920" y="12076"/>
                  <a:pt x="6882" y="12088"/>
                  <a:pt x="6844" y="12088"/>
                </a:cubicBezTo>
                <a:cubicBezTo>
                  <a:pt x="6800" y="12088"/>
                  <a:pt x="6762" y="12068"/>
                  <a:pt x="6729" y="12028"/>
                </a:cubicBezTo>
                <a:cubicBezTo>
                  <a:pt x="6178" y="11365"/>
                  <a:pt x="5949" y="10558"/>
                  <a:pt x="6074" y="9743"/>
                </a:cubicBezTo>
                <a:cubicBezTo>
                  <a:pt x="6102" y="9572"/>
                  <a:pt x="6139" y="9408"/>
                  <a:pt x="6194" y="9250"/>
                </a:cubicBezTo>
                <a:cubicBezTo>
                  <a:pt x="6248" y="9093"/>
                  <a:pt x="6238" y="8908"/>
                  <a:pt x="6156" y="8764"/>
                </a:cubicBezTo>
                <a:cubicBezTo>
                  <a:pt x="6145" y="8744"/>
                  <a:pt x="6139" y="8738"/>
                  <a:pt x="6139" y="8731"/>
                </a:cubicBezTo>
                <a:cubicBezTo>
                  <a:pt x="5932" y="8324"/>
                  <a:pt x="4863" y="6766"/>
                  <a:pt x="2718" y="7056"/>
                </a:cubicBezTo>
                <a:cubicBezTo>
                  <a:pt x="2620" y="7069"/>
                  <a:pt x="2527" y="6971"/>
                  <a:pt x="2538" y="6846"/>
                </a:cubicBezTo>
                <a:cubicBezTo>
                  <a:pt x="2543" y="6748"/>
                  <a:pt x="2609" y="6674"/>
                  <a:pt x="2691" y="6668"/>
                </a:cubicBezTo>
                <a:cubicBezTo>
                  <a:pt x="4650" y="6411"/>
                  <a:pt x="5904" y="7628"/>
                  <a:pt x="6390" y="8429"/>
                </a:cubicBezTo>
                <a:cubicBezTo>
                  <a:pt x="6445" y="8521"/>
                  <a:pt x="6560" y="8527"/>
                  <a:pt x="6625" y="8441"/>
                </a:cubicBezTo>
                <a:cubicBezTo>
                  <a:pt x="6849" y="8146"/>
                  <a:pt x="7122" y="7904"/>
                  <a:pt x="7439" y="7739"/>
                </a:cubicBezTo>
                <a:cubicBezTo>
                  <a:pt x="8039" y="7424"/>
                  <a:pt x="8928" y="7463"/>
                  <a:pt x="9654" y="7838"/>
                </a:cubicBezTo>
                <a:cubicBezTo>
                  <a:pt x="9916" y="7969"/>
                  <a:pt x="10134" y="8140"/>
                  <a:pt x="10314" y="8337"/>
                </a:cubicBezTo>
                <a:cubicBezTo>
                  <a:pt x="10330" y="8297"/>
                  <a:pt x="10347" y="8251"/>
                  <a:pt x="10363" y="8211"/>
                </a:cubicBezTo>
                <a:cubicBezTo>
                  <a:pt x="10511" y="7929"/>
                  <a:pt x="10599" y="7561"/>
                  <a:pt x="10599" y="7160"/>
                </a:cubicBezTo>
                <a:cubicBezTo>
                  <a:pt x="10599" y="6714"/>
                  <a:pt x="10489" y="6312"/>
                  <a:pt x="10309" y="6017"/>
                </a:cubicBezTo>
                <a:cubicBezTo>
                  <a:pt x="10303" y="6010"/>
                  <a:pt x="10304" y="6005"/>
                  <a:pt x="10299" y="5998"/>
                </a:cubicBezTo>
                <a:cubicBezTo>
                  <a:pt x="10206" y="5841"/>
                  <a:pt x="10041" y="5760"/>
                  <a:pt x="9883" y="5820"/>
                </a:cubicBezTo>
                <a:cubicBezTo>
                  <a:pt x="9675" y="5898"/>
                  <a:pt x="9462" y="5932"/>
                  <a:pt x="9255" y="5932"/>
                </a:cubicBezTo>
                <a:cubicBezTo>
                  <a:pt x="8949" y="5932"/>
                  <a:pt x="8660" y="5861"/>
                  <a:pt x="8436" y="5762"/>
                </a:cubicBezTo>
                <a:cubicBezTo>
                  <a:pt x="8360" y="5729"/>
                  <a:pt x="8311" y="5637"/>
                  <a:pt x="8327" y="5538"/>
                </a:cubicBezTo>
                <a:cubicBezTo>
                  <a:pt x="8344" y="5413"/>
                  <a:pt x="8453" y="5347"/>
                  <a:pt x="8546" y="5386"/>
                </a:cubicBezTo>
                <a:cubicBezTo>
                  <a:pt x="8960" y="5577"/>
                  <a:pt x="9589" y="5624"/>
                  <a:pt x="10053" y="5302"/>
                </a:cubicBezTo>
                <a:cubicBezTo>
                  <a:pt x="10086" y="5276"/>
                  <a:pt x="10118" y="5248"/>
                  <a:pt x="10150" y="5222"/>
                </a:cubicBezTo>
                <a:cubicBezTo>
                  <a:pt x="10259" y="5124"/>
                  <a:pt x="10347" y="4999"/>
                  <a:pt x="10413" y="4855"/>
                </a:cubicBezTo>
                <a:cubicBezTo>
                  <a:pt x="10522" y="4592"/>
                  <a:pt x="10592" y="4270"/>
                  <a:pt x="10592" y="3929"/>
                </a:cubicBezTo>
                <a:lnTo>
                  <a:pt x="10592" y="3922"/>
                </a:lnTo>
                <a:cubicBezTo>
                  <a:pt x="10592" y="3647"/>
                  <a:pt x="10511" y="3369"/>
                  <a:pt x="10363" y="3159"/>
                </a:cubicBezTo>
                <a:cubicBezTo>
                  <a:pt x="9840" y="2397"/>
                  <a:pt x="9190" y="2095"/>
                  <a:pt x="8426" y="2259"/>
                </a:cubicBezTo>
                <a:cubicBezTo>
                  <a:pt x="8344" y="2279"/>
                  <a:pt x="8262" y="2232"/>
                  <a:pt x="8235" y="2140"/>
                </a:cubicBezTo>
                <a:cubicBezTo>
                  <a:pt x="8197" y="2022"/>
                  <a:pt x="8258" y="1898"/>
                  <a:pt x="8361" y="1871"/>
                </a:cubicBezTo>
                <a:cubicBezTo>
                  <a:pt x="9087" y="1714"/>
                  <a:pt x="9736" y="1924"/>
                  <a:pt x="10282" y="2489"/>
                </a:cubicBezTo>
                <a:cubicBezTo>
                  <a:pt x="10353" y="2568"/>
                  <a:pt x="10468" y="2523"/>
                  <a:pt x="10490" y="2411"/>
                </a:cubicBezTo>
                <a:cubicBezTo>
                  <a:pt x="10506" y="2306"/>
                  <a:pt x="10522" y="2160"/>
                  <a:pt x="10517" y="1970"/>
                </a:cubicBezTo>
                <a:cubicBezTo>
                  <a:pt x="10495" y="886"/>
                  <a:pt x="10195" y="118"/>
                  <a:pt x="8885" y="13"/>
                </a:cubicBezTo>
                <a:cubicBezTo>
                  <a:pt x="8685" y="-3"/>
                  <a:pt x="8490" y="-4"/>
                  <a:pt x="8302" y="9"/>
                </a:cubicBezTo>
                <a:close/>
                <a:moveTo>
                  <a:pt x="13298" y="9"/>
                </a:moveTo>
                <a:cubicBezTo>
                  <a:pt x="13110" y="-4"/>
                  <a:pt x="12915" y="-3"/>
                  <a:pt x="12715" y="13"/>
                </a:cubicBezTo>
                <a:cubicBezTo>
                  <a:pt x="11405" y="118"/>
                  <a:pt x="11105" y="886"/>
                  <a:pt x="11083" y="1970"/>
                </a:cubicBezTo>
                <a:cubicBezTo>
                  <a:pt x="11078" y="2160"/>
                  <a:pt x="11094" y="2306"/>
                  <a:pt x="11110" y="2411"/>
                </a:cubicBezTo>
                <a:cubicBezTo>
                  <a:pt x="11132" y="2523"/>
                  <a:pt x="11247" y="2568"/>
                  <a:pt x="11318" y="2489"/>
                </a:cubicBezTo>
                <a:cubicBezTo>
                  <a:pt x="11864" y="1924"/>
                  <a:pt x="12513" y="1714"/>
                  <a:pt x="13239" y="1871"/>
                </a:cubicBezTo>
                <a:cubicBezTo>
                  <a:pt x="13342" y="1898"/>
                  <a:pt x="13403" y="2022"/>
                  <a:pt x="13365" y="2140"/>
                </a:cubicBezTo>
                <a:cubicBezTo>
                  <a:pt x="13338" y="2232"/>
                  <a:pt x="13256" y="2279"/>
                  <a:pt x="13174" y="2259"/>
                </a:cubicBezTo>
                <a:cubicBezTo>
                  <a:pt x="12410" y="2095"/>
                  <a:pt x="11760" y="2397"/>
                  <a:pt x="11237" y="3159"/>
                </a:cubicBezTo>
                <a:cubicBezTo>
                  <a:pt x="11089" y="3369"/>
                  <a:pt x="11008" y="3647"/>
                  <a:pt x="11008" y="3922"/>
                </a:cubicBezTo>
                <a:lnTo>
                  <a:pt x="11008" y="3929"/>
                </a:lnTo>
                <a:cubicBezTo>
                  <a:pt x="11008" y="4270"/>
                  <a:pt x="11078" y="4592"/>
                  <a:pt x="11187" y="4855"/>
                </a:cubicBezTo>
                <a:cubicBezTo>
                  <a:pt x="11253" y="4999"/>
                  <a:pt x="11341" y="5124"/>
                  <a:pt x="11450" y="5222"/>
                </a:cubicBezTo>
                <a:cubicBezTo>
                  <a:pt x="11482" y="5248"/>
                  <a:pt x="11514" y="5276"/>
                  <a:pt x="11547" y="5302"/>
                </a:cubicBezTo>
                <a:cubicBezTo>
                  <a:pt x="12011" y="5624"/>
                  <a:pt x="12640" y="5577"/>
                  <a:pt x="13054" y="5386"/>
                </a:cubicBezTo>
                <a:cubicBezTo>
                  <a:pt x="13147" y="5347"/>
                  <a:pt x="13256" y="5413"/>
                  <a:pt x="13273" y="5538"/>
                </a:cubicBezTo>
                <a:cubicBezTo>
                  <a:pt x="13289" y="5637"/>
                  <a:pt x="13240" y="5729"/>
                  <a:pt x="13164" y="5762"/>
                </a:cubicBezTo>
                <a:cubicBezTo>
                  <a:pt x="12940" y="5861"/>
                  <a:pt x="12651" y="5932"/>
                  <a:pt x="12345" y="5932"/>
                </a:cubicBezTo>
                <a:cubicBezTo>
                  <a:pt x="12138" y="5932"/>
                  <a:pt x="11925" y="5898"/>
                  <a:pt x="11717" y="5820"/>
                </a:cubicBezTo>
                <a:cubicBezTo>
                  <a:pt x="11559" y="5760"/>
                  <a:pt x="11394" y="5841"/>
                  <a:pt x="11301" y="5998"/>
                </a:cubicBezTo>
                <a:cubicBezTo>
                  <a:pt x="11296" y="6005"/>
                  <a:pt x="11297" y="6010"/>
                  <a:pt x="11291" y="6017"/>
                </a:cubicBezTo>
                <a:cubicBezTo>
                  <a:pt x="11111" y="6312"/>
                  <a:pt x="11001" y="6714"/>
                  <a:pt x="11001" y="7160"/>
                </a:cubicBezTo>
                <a:cubicBezTo>
                  <a:pt x="11001" y="7561"/>
                  <a:pt x="11089" y="7929"/>
                  <a:pt x="11237" y="8211"/>
                </a:cubicBezTo>
                <a:cubicBezTo>
                  <a:pt x="11253" y="8251"/>
                  <a:pt x="11270" y="8297"/>
                  <a:pt x="11286" y="8337"/>
                </a:cubicBezTo>
                <a:cubicBezTo>
                  <a:pt x="11466" y="8140"/>
                  <a:pt x="11684" y="7969"/>
                  <a:pt x="11946" y="7838"/>
                </a:cubicBezTo>
                <a:cubicBezTo>
                  <a:pt x="12672" y="7463"/>
                  <a:pt x="13561" y="7424"/>
                  <a:pt x="14161" y="7739"/>
                </a:cubicBezTo>
                <a:cubicBezTo>
                  <a:pt x="14478" y="7904"/>
                  <a:pt x="14751" y="8146"/>
                  <a:pt x="14975" y="8441"/>
                </a:cubicBezTo>
                <a:cubicBezTo>
                  <a:pt x="15040" y="8527"/>
                  <a:pt x="15155" y="8521"/>
                  <a:pt x="15210" y="8429"/>
                </a:cubicBezTo>
                <a:cubicBezTo>
                  <a:pt x="15696" y="7628"/>
                  <a:pt x="16950" y="6411"/>
                  <a:pt x="18909" y="6668"/>
                </a:cubicBezTo>
                <a:cubicBezTo>
                  <a:pt x="18991" y="6674"/>
                  <a:pt x="19057" y="6748"/>
                  <a:pt x="19062" y="6846"/>
                </a:cubicBezTo>
                <a:cubicBezTo>
                  <a:pt x="19073" y="6971"/>
                  <a:pt x="18980" y="7069"/>
                  <a:pt x="18882" y="7056"/>
                </a:cubicBezTo>
                <a:cubicBezTo>
                  <a:pt x="16737" y="6766"/>
                  <a:pt x="15668" y="8324"/>
                  <a:pt x="15461" y="8731"/>
                </a:cubicBezTo>
                <a:cubicBezTo>
                  <a:pt x="15461" y="8738"/>
                  <a:pt x="15455" y="8744"/>
                  <a:pt x="15444" y="8764"/>
                </a:cubicBezTo>
                <a:cubicBezTo>
                  <a:pt x="15362" y="8908"/>
                  <a:pt x="15352" y="9093"/>
                  <a:pt x="15406" y="9250"/>
                </a:cubicBezTo>
                <a:cubicBezTo>
                  <a:pt x="15461" y="9408"/>
                  <a:pt x="15498" y="9572"/>
                  <a:pt x="15526" y="9743"/>
                </a:cubicBezTo>
                <a:cubicBezTo>
                  <a:pt x="15651" y="10558"/>
                  <a:pt x="15422" y="11365"/>
                  <a:pt x="14871" y="12028"/>
                </a:cubicBezTo>
                <a:cubicBezTo>
                  <a:pt x="14838" y="12068"/>
                  <a:pt x="14800" y="12088"/>
                  <a:pt x="14756" y="12088"/>
                </a:cubicBezTo>
                <a:cubicBezTo>
                  <a:pt x="14718" y="12088"/>
                  <a:pt x="14680" y="12076"/>
                  <a:pt x="14647" y="12043"/>
                </a:cubicBezTo>
                <a:cubicBezTo>
                  <a:pt x="14576" y="11964"/>
                  <a:pt x="14582" y="11826"/>
                  <a:pt x="14647" y="11747"/>
                </a:cubicBezTo>
                <a:cubicBezTo>
                  <a:pt x="15248" y="11018"/>
                  <a:pt x="15286" y="10295"/>
                  <a:pt x="15210" y="9815"/>
                </a:cubicBezTo>
                <a:cubicBezTo>
                  <a:pt x="15095" y="9079"/>
                  <a:pt x="14648" y="8423"/>
                  <a:pt x="14042" y="8101"/>
                </a:cubicBezTo>
                <a:cubicBezTo>
                  <a:pt x="13518" y="7825"/>
                  <a:pt x="12732" y="7864"/>
                  <a:pt x="12082" y="8199"/>
                </a:cubicBezTo>
                <a:cubicBezTo>
                  <a:pt x="11733" y="8383"/>
                  <a:pt x="11465" y="8627"/>
                  <a:pt x="11301" y="8916"/>
                </a:cubicBezTo>
                <a:cubicBezTo>
                  <a:pt x="11285" y="8968"/>
                  <a:pt x="11264" y="9013"/>
                  <a:pt x="11242" y="9059"/>
                </a:cubicBezTo>
                <a:cubicBezTo>
                  <a:pt x="11214" y="9105"/>
                  <a:pt x="11199" y="9151"/>
                  <a:pt x="11177" y="9197"/>
                </a:cubicBezTo>
                <a:cubicBezTo>
                  <a:pt x="11177" y="9204"/>
                  <a:pt x="11177" y="9203"/>
                  <a:pt x="11177" y="9203"/>
                </a:cubicBezTo>
                <a:cubicBezTo>
                  <a:pt x="11171" y="9216"/>
                  <a:pt x="11165" y="9231"/>
                  <a:pt x="11160" y="9244"/>
                </a:cubicBezTo>
                <a:cubicBezTo>
                  <a:pt x="11062" y="9500"/>
                  <a:pt x="11001" y="9795"/>
                  <a:pt x="11001" y="10117"/>
                </a:cubicBezTo>
                <a:cubicBezTo>
                  <a:pt x="11001" y="10564"/>
                  <a:pt x="11117" y="10971"/>
                  <a:pt x="11291" y="11260"/>
                </a:cubicBezTo>
                <a:cubicBezTo>
                  <a:pt x="11346" y="11359"/>
                  <a:pt x="11461" y="11358"/>
                  <a:pt x="11526" y="11273"/>
                </a:cubicBezTo>
                <a:cubicBezTo>
                  <a:pt x="11865" y="10806"/>
                  <a:pt x="12311" y="10472"/>
                  <a:pt x="12879" y="10269"/>
                </a:cubicBezTo>
                <a:cubicBezTo>
                  <a:pt x="12972" y="10236"/>
                  <a:pt x="13065" y="10301"/>
                  <a:pt x="13087" y="10412"/>
                </a:cubicBezTo>
                <a:cubicBezTo>
                  <a:pt x="13109" y="10511"/>
                  <a:pt x="13053" y="10616"/>
                  <a:pt x="12966" y="10649"/>
                </a:cubicBezTo>
                <a:cubicBezTo>
                  <a:pt x="11760" y="11095"/>
                  <a:pt x="11154" y="12161"/>
                  <a:pt x="11083" y="13981"/>
                </a:cubicBezTo>
                <a:cubicBezTo>
                  <a:pt x="11094" y="14020"/>
                  <a:pt x="11111" y="14067"/>
                  <a:pt x="11122" y="14106"/>
                </a:cubicBezTo>
                <a:cubicBezTo>
                  <a:pt x="11308" y="13876"/>
                  <a:pt x="11548" y="13691"/>
                  <a:pt x="11837" y="13560"/>
                </a:cubicBezTo>
                <a:cubicBezTo>
                  <a:pt x="12868" y="13093"/>
                  <a:pt x="14277" y="13376"/>
                  <a:pt x="15133" y="13895"/>
                </a:cubicBezTo>
                <a:cubicBezTo>
                  <a:pt x="15619" y="14190"/>
                  <a:pt x="16007" y="14618"/>
                  <a:pt x="16247" y="14934"/>
                </a:cubicBezTo>
                <a:cubicBezTo>
                  <a:pt x="16329" y="15039"/>
                  <a:pt x="16465" y="15044"/>
                  <a:pt x="16557" y="14946"/>
                </a:cubicBezTo>
                <a:cubicBezTo>
                  <a:pt x="17387" y="14026"/>
                  <a:pt x="18827" y="13738"/>
                  <a:pt x="19728" y="14402"/>
                </a:cubicBezTo>
                <a:cubicBezTo>
                  <a:pt x="19809" y="14461"/>
                  <a:pt x="19832" y="14591"/>
                  <a:pt x="19777" y="14683"/>
                </a:cubicBezTo>
                <a:cubicBezTo>
                  <a:pt x="19728" y="14768"/>
                  <a:pt x="19630" y="14789"/>
                  <a:pt x="19554" y="14736"/>
                </a:cubicBezTo>
                <a:cubicBezTo>
                  <a:pt x="18680" y="14106"/>
                  <a:pt x="17158" y="14527"/>
                  <a:pt x="16530" y="15584"/>
                </a:cubicBezTo>
                <a:lnTo>
                  <a:pt x="16503" y="15630"/>
                </a:lnTo>
                <a:cubicBezTo>
                  <a:pt x="16448" y="15722"/>
                  <a:pt x="16339" y="15715"/>
                  <a:pt x="16290" y="15630"/>
                </a:cubicBezTo>
                <a:lnTo>
                  <a:pt x="16262" y="15584"/>
                </a:lnTo>
                <a:cubicBezTo>
                  <a:pt x="16257" y="15578"/>
                  <a:pt x="15754" y="14722"/>
                  <a:pt x="14985" y="14256"/>
                </a:cubicBezTo>
                <a:cubicBezTo>
                  <a:pt x="14210" y="13783"/>
                  <a:pt x="12884" y="13515"/>
                  <a:pt x="11951" y="13942"/>
                </a:cubicBezTo>
                <a:cubicBezTo>
                  <a:pt x="11520" y="14139"/>
                  <a:pt x="11226" y="14453"/>
                  <a:pt x="11073" y="14886"/>
                </a:cubicBezTo>
                <a:cubicBezTo>
                  <a:pt x="11029" y="15051"/>
                  <a:pt x="11001" y="15228"/>
                  <a:pt x="11001" y="15412"/>
                </a:cubicBezTo>
                <a:cubicBezTo>
                  <a:pt x="11001" y="16305"/>
                  <a:pt x="11591" y="17036"/>
                  <a:pt x="12311" y="17030"/>
                </a:cubicBezTo>
                <a:cubicBezTo>
                  <a:pt x="12949" y="17023"/>
                  <a:pt x="13648" y="16471"/>
                  <a:pt x="13834" y="16280"/>
                </a:cubicBezTo>
                <a:cubicBezTo>
                  <a:pt x="13910" y="16208"/>
                  <a:pt x="14025" y="16228"/>
                  <a:pt x="14079" y="16340"/>
                </a:cubicBezTo>
                <a:cubicBezTo>
                  <a:pt x="14123" y="16425"/>
                  <a:pt x="14097" y="16535"/>
                  <a:pt x="14037" y="16595"/>
                </a:cubicBezTo>
                <a:cubicBezTo>
                  <a:pt x="13939" y="16686"/>
                  <a:pt x="13834" y="16772"/>
                  <a:pt x="13720" y="16851"/>
                </a:cubicBezTo>
                <a:cubicBezTo>
                  <a:pt x="13654" y="16897"/>
                  <a:pt x="13643" y="17002"/>
                  <a:pt x="13692" y="17054"/>
                </a:cubicBezTo>
                <a:cubicBezTo>
                  <a:pt x="14527" y="18046"/>
                  <a:pt x="15701" y="18664"/>
                  <a:pt x="16994" y="18664"/>
                </a:cubicBezTo>
                <a:cubicBezTo>
                  <a:pt x="19537" y="18664"/>
                  <a:pt x="21600" y="16287"/>
                  <a:pt x="21600" y="13351"/>
                </a:cubicBezTo>
                <a:cubicBezTo>
                  <a:pt x="21600" y="12621"/>
                  <a:pt x="21474" y="11930"/>
                  <a:pt x="21245" y="11299"/>
                </a:cubicBezTo>
                <a:cubicBezTo>
                  <a:pt x="20994" y="10616"/>
                  <a:pt x="20487" y="10110"/>
                  <a:pt x="19881" y="9985"/>
                </a:cubicBezTo>
                <a:cubicBezTo>
                  <a:pt x="19854" y="9979"/>
                  <a:pt x="19826" y="9980"/>
                  <a:pt x="19799" y="9973"/>
                </a:cubicBezTo>
                <a:cubicBezTo>
                  <a:pt x="19128" y="9868"/>
                  <a:pt x="18478" y="10202"/>
                  <a:pt x="18145" y="10550"/>
                </a:cubicBezTo>
                <a:cubicBezTo>
                  <a:pt x="18063" y="10635"/>
                  <a:pt x="18031" y="10774"/>
                  <a:pt x="18058" y="10899"/>
                </a:cubicBezTo>
                <a:cubicBezTo>
                  <a:pt x="18080" y="11004"/>
                  <a:pt x="18097" y="11102"/>
                  <a:pt x="18107" y="11207"/>
                </a:cubicBezTo>
                <a:cubicBezTo>
                  <a:pt x="18162" y="11765"/>
                  <a:pt x="18069" y="12239"/>
                  <a:pt x="17845" y="12542"/>
                </a:cubicBezTo>
                <a:cubicBezTo>
                  <a:pt x="17812" y="12588"/>
                  <a:pt x="17769" y="12607"/>
                  <a:pt x="17725" y="12607"/>
                </a:cubicBezTo>
                <a:cubicBezTo>
                  <a:pt x="17676" y="12607"/>
                  <a:pt x="17632" y="12588"/>
                  <a:pt x="17599" y="12542"/>
                </a:cubicBezTo>
                <a:cubicBezTo>
                  <a:pt x="17545" y="12463"/>
                  <a:pt x="17557" y="12351"/>
                  <a:pt x="17611" y="12273"/>
                </a:cubicBezTo>
                <a:cubicBezTo>
                  <a:pt x="17764" y="12056"/>
                  <a:pt x="17824" y="11687"/>
                  <a:pt x="17780" y="11260"/>
                </a:cubicBezTo>
                <a:cubicBezTo>
                  <a:pt x="17715" y="10617"/>
                  <a:pt x="17430" y="10006"/>
                  <a:pt x="17059" y="9704"/>
                </a:cubicBezTo>
                <a:cubicBezTo>
                  <a:pt x="16977" y="9638"/>
                  <a:pt x="16962" y="9492"/>
                  <a:pt x="17038" y="9400"/>
                </a:cubicBezTo>
                <a:cubicBezTo>
                  <a:pt x="17093" y="9328"/>
                  <a:pt x="17184" y="9329"/>
                  <a:pt x="17250" y="9382"/>
                </a:cubicBezTo>
                <a:cubicBezTo>
                  <a:pt x="17452" y="9553"/>
                  <a:pt x="17633" y="9789"/>
                  <a:pt x="17775" y="10072"/>
                </a:cubicBezTo>
                <a:cubicBezTo>
                  <a:pt x="17835" y="10190"/>
                  <a:pt x="17965" y="10222"/>
                  <a:pt x="18058" y="10144"/>
                </a:cubicBezTo>
                <a:cubicBezTo>
                  <a:pt x="18200" y="10019"/>
                  <a:pt x="18369" y="9907"/>
                  <a:pt x="18549" y="9815"/>
                </a:cubicBezTo>
                <a:cubicBezTo>
                  <a:pt x="18844" y="9664"/>
                  <a:pt x="19308" y="9500"/>
                  <a:pt x="19849" y="9585"/>
                </a:cubicBezTo>
                <a:cubicBezTo>
                  <a:pt x="20116" y="9624"/>
                  <a:pt x="20421" y="9729"/>
                  <a:pt x="20732" y="9953"/>
                </a:cubicBezTo>
                <a:cubicBezTo>
                  <a:pt x="20852" y="10038"/>
                  <a:pt x="21005" y="9978"/>
                  <a:pt x="21059" y="9827"/>
                </a:cubicBezTo>
                <a:cubicBezTo>
                  <a:pt x="21114" y="9670"/>
                  <a:pt x="21157" y="9492"/>
                  <a:pt x="21174" y="9302"/>
                </a:cubicBezTo>
                <a:cubicBezTo>
                  <a:pt x="21321" y="8480"/>
                  <a:pt x="21005" y="6917"/>
                  <a:pt x="20268" y="5524"/>
                </a:cubicBezTo>
                <a:cubicBezTo>
                  <a:pt x="19237" y="3724"/>
                  <a:pt x="18097" y="3160"/>
                  <a:pt x="17562" y="3015"/>
                </a:cubicBezTo>
                <a:cubicBezTo>
                  <a:pt x="17425" y="2982"/>
                  <a:pt x="17299" y="3101"/>
                  <a:pt x="17294" y="3272"/>
                </a:cubicBezTo>
                <a:cubicBezTo>
                  <a:pt x="17294" y="3403"/>
                  <a:pt x="17277" y="3534"/>
                  <a:pt x="17250" y="3666"/>
                </a:cubicBezTo>
                <a:cubicBezTo>
                  <a:pt x="17157" y="4139"/>
                  <a:pt x="16928" y="4559"/>
                  <a:pt x="16622" y="4822"/>
                </a:cubicBezTo>
                <a:cubicBezTo>
                  <a:pt x="16529" y="4907"/>
                  <a:pt x="16486" y="5046"/>
                  <a:pt x="16513" y="5177"/>
                </a:cubicBezTo>
                <a:cubicBezTo>
                  <a:pt x="16557" y="5387"/>
                  <a:pt x="16563" y="5590"/>
                  <a:pt x="16525" y="5774"/>
                </a:cubicBezTo>
                <a:cubicBezTo>
                  <a:pt x="16509" y="5866"/>
                  <a:pt x="16443" y="5926"/>
                  <a:pt x="16366" y="5926"/>
                </a:cubicBezTo>
                <a:cubicBezTo>
                  <a:pt x="16344" y="5926"/>
                  <a:pt x="16328" y="5919"/>
                  <a:pt x="16307" y="5912"/>
                </a:cubicBezTo>
                <a:cubicBezTo>
                  <a:pt x="16225" y="5873"/>
                  <a:pt x="16191" y="5768"/>
                  <a:pt x="16208" y="5670"/>
                </a:cubicBezTo>
                <a:cubicBezTo>
                  <a:pt x="16257" y="5387"/>
                  <a:pt x="16169" y="5033"/>
                  <a:pt x="15962" y="4678"/>
                </a:cubicBezTo>
                <a:cubicBezTo>
                  <a:pt x="15651" y="4146"/>
                  <a:pt x="15166" y="3770"/>
                  <a:pt x="14719" y="3711"/>
                </a:cubicBezTo>
                <a:cubicBezTo>
                  <a:pt x="14615" y="3704"/>
                  <a:pt x="14548" y="3587"/>
                  <a:pt x="14576" y="3463"/>
                </a:cubicBezTo>
                <a:cubicBezTo>
                  <a:pt x="14597" y="3371"/>
                  <a:pt x="14675" y="3310"/>
                  <a:pt x="14756" y="3323"/>
                </a:cubicBezTo>
                <a:cubicBezTo>
                  <a:pt x="15291" y="3389"/>
                  <a:pt x="15870" y="3830"/>
                  <a:pt x="16230" y="4448"/>
                </a:cubicBezTo>
                <a:cubicBezTo>
                  <a:pt x="16274" y="4527"/>
                  <a:pt x="16372" y="4546"/>
                  <a:pt x="16438" y="4487"/>
                </a:cubicBezTo>
                <a:cubicBezTo>
                  <a:pt x="16673" y="4283"/>
                  <a:pt x="16853" y="3948"/>
                  <a:pt x="16929" y="3567"/>
                </a:cubicBezTo>
                <a:cubicBezTo>
                  <a:pt x="16995" y="3232"/>
                  <a:pt x="16973" y="2877"/>
                  <a:pt x="16874" y="2528"/>
                </a:cubicBezTo>
                <a:cubicBezTo>
                  <a:pt x="16771" y="2167"/>
                  <a:pt x="16579" y="1852"/>
                  <a:pt x="16344" y="1602"/>
                </a:cubicBezTo>
                <a:cubicBezTo>
                  <a:pt x="15657" y="867"/>
                  <a:pt x="14618" y="101"/>
                  <a:pt x="13298" y="9"/>
                </a:cubicBezTo>
                <a:close/>
                <a:moveTo>
                  <a:pt x="10805" y="16504"/>
                </a:moveTo>
                <a:cubicBezTo>
                  <a:pt x="10505" y="17122"/>
                  <a:pt x="9959" y="17535"/>
                  <a:pt x="9337" y="17535"/>
                </a:cubicBezTo>
                <a:cubicBezTo>
                  <a:pt x="9119" y="17535"/>
                  <a:pt x="8901" y="17481"/>
                  <a:pt x="8704" y="17383"/>
                </a:cubicBezTo>
                <a:cubicBezTo>
                  <a:pt x="8524" y="17298"/>
                  <a:pt x="8317" y="17338"/>
                  <a:pt x="8181" y="17496"/>
                </a:cubicBezTo>
                <a:cubicBezTo>
                  <a:pt x="7247" y="18560"/>
                  <a:pt x="5976" y="19177"/>
                  <a:pt x="4656" y="19177"/>
                </a:cubicBezTo>
                <a:cubicBezTo>
                  <a:pt x="4355" y="19177"/>
                  <a:pt x="4060" y="19144"/>
                  <a:pt x="3771" y="19085"/>
                </a:cubicBezTo>
                <a:cubicBezTo>
                  <a:pt x="4518" y="20590"/>
                  <a:pt x="5883" y="21596"/>
                  <a:pt x="7444" y="21596"/>
                </a:cubicBezTo>
                <a:cubicBezTo>
                  <a:pt x="8644" y="21596"/>
                  <a:pt x="9693" y="20997"/>
                  <a:pt x="10467" y="20031"/>
                </a:cubicBezTo>
                <a:cubicBezTo>
                  <a:pt x="10560" y="19913"/>
                  <a:pt x="10685" y="19855"/>
                  <a:pt x="10810" y="19855"/>
                </a:cubicBezTo>
                <a:cubicBezTo>
                  <a:pt x="10936" y="19855"/>
                  <a:pt x="11062" y="19913"/>
                  <a:pt x="11155" y="20031"/>
                </a:cubicBezTo>
                <a:cubicBezTo>
                  <a:pt x="11930" y="20997"/>
                  <a:pt x="12978" y="21596"/>
                  <a:pt x="14178" y="21596"/>
                </a:cubicBezTo>
                <a:cubicBezTo>
                  <a:pt x="15739" y="21596"/>
                  <a:pt x="17102" y="20590"/>
                  <a:pt x="17850" y="19085"/>
                </a:cubicBezTo>
                <a:cubicBezTo>
                  <a:pt x="17566" y="19144"/>
                  <a:pt x="17272" y="19177"/>
                  <a:pt x="16967" y="19177"/>
                </a:cubicBezTo>
                <a:cubicBezTo>
                  <a:pt x="15630" y="19177"/>
                  <a:pt x="14357" y="18560"/>
                  <a:pt x="13430" y="17496"/>
                </a:cubicBezTo>
                <a:cubicBezTo>
                  <a:pt x="13288" y="17332"/>
                  <a:pt x="13086" y="17291"/>
                  <a:pt x="12906" y="17383"/>
                </a:cubicBezTo>
                <a:cubicBezTo>
                  <a:pt x="12704" y="17481"/>
                  <a:pt x="12492" y="17535"/>
                  <a:pt x="12273" y="17535"/>
                </a:cubicBezTo>
                <a:cubicBezTo>
                  <a:pt x="11651" y="17535"/>
                  <a:pt x="11105" y="17122"/>
                  <a:pt x="10805" y="16504"/>
                </a:cubicBezTo>
                <a:close/>
              </a:path>
            </a:pathLst>
          </a:custGeom>
          <a:solidFill>
            <a:schemeClr val="accent6">
              <a:hueOff val="-146070"/>
              <a:satOff val="-10048"/>
              <a:lumOff val="-30626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243" name="Chapeau de diplômé"/>
          <p:cNvSpPr/>
          <p:nvPr/>
        </p:nvSpPr>
        <p:spPr>
          <a:xfrm>
            <a:off x="18526258" y="11362687"/>
            <a:ext cx="1512096" cy="8277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0" y="6520"/>
                </a:lnTo>
                <a:lnTo>
                  <a:pt x="10800" y="13043"/>
                </a:lnTo>
                <a:lnTo>
                  <a:pt x="18745" y="8243"/>
                </a:lnTo>
                <a:lnTo>
                  <a:pt x="18745" y="10509"/>
                </a:lnTo>
                <a:cubicBezTo>
                  <a:pt x="18606" y="10673"/>
                  <a:pt x="18515" y="10958"/>
                  <a:pt x="18515" y="11282"/>
                </a:cubicBezTo>
                <a:cubicBezTo>
                  <a:pt x="18515" y="11519"/>
                  <a:pt x="18563" y="11733"/>
                  <a:pt x="18643" y="11896"/>
                </a:cubicBezTo>
                <a:cubicBezTo>
                  <a:pt x="18499" y="12008"/>
                  <a:pt x="18399" y="12270"/>
                  <a:pt x="18399" y="12574"/>
                </a:cubicBezTo>
                <a:lnTo>
                  <a:pt x="18399" y="21301"/>
                </a:lnTo>
                <a:cubicBezTo>
                  <a:pt x="18553" y="21484"/>
                  <a:pt x="18772" y="21600"/>
                  <a:pt x="19018" y="21600"/>
                </a:cubicBezTo>
                <a:cubicBezTo>
                  <a:pt x="19264" y="21600"/>
                  <a:pt x="19483" y="21484"/>
                  <a:pt x="19637" y="21301"/>
                </a:cubicBezTo>
                <a:lnTo>
                  <a:pt x="19637" y="12556"/>
                </a:lnTo>
                <a:cubicBezTo>
                  <a:pt x="19637" y="12255"/>
                  <a:pt x="19538" y="11998"/>
                  <a:pt x="19396" y="11887"/>
                </a:cubicBezTo>
                <a:cubicBezTo>
                  <a:pt x="19474" y="11725"/>
                  <a:pt x="19523" y="11515"/>
                  <a:pt x="19523" y="11282"/>
                </a:cubicBezTo>
                <a:cubicBezTo>
                  <a:pt x="19523" y="10958"/>
                  <a:pt x="19430" y="10673"/>
                  <a:pt x="19291" y="10509"/>
                </a:cubicBezTo>
                <a:lnTo>
                  <a:pt x="19291" y="7913"/>
                </a:lnTo>
                <a:lnTo>
                  <a:pt x="21600" y="6520"/>
                </a:lnTo>
                <a:lnTo>
                  <a:pt x="10800" y="0"/>
                </a:lnTo>
                <a:close/>
                <a:moveTo>
                  <a:pt x="10819" y="5598"/>
                </a:moveTo>
                <a:cubicBezTo>
                  <a:pt x="11223" y="5598"/>
                  <a:pt x="11551" y="5819"/>
                  <a:pt x="11551" y="6091"/>
                </a:cubicBezTo>
                <a:cubicBezTo>
                  <a:pt x="11551" y="6364"/>
                  <a:pt x="11223" y="6584"/>
                  <a:pt x="10819" y="6584"/>
                </a:cubicBezTo>
                <a:cubicBezTo>
                  <a:pt x="10414" y="6584"/>
                  <a:pt x="10084" y="6364"/>
                  <a:pt x="10085" y="6091"/>
                </a:cubicBezTo>
                <a:cubicBezTo>
                  <a:pt x="10085" y="5819"/>
                  <a:pt x="10414" y="5598"/>
                  <a:pt x="10819" y="5598"/>
                </a:cubicBezTo>
                <a:close/>
                <a:moveTo>
                  <a:pt x="16068" y="10691"/>
                </a:moveTo>
                <a:lnTo>
                  <a:pt x="10800" y="13872"/>
                </a:lnTo>
                <a:lnTo>
                  <a:pt x="5535" y="10694"/>
                </a:lnTo>
                <a:cubicBezTo>
                  <a:pt x="4861" y="12240"/>
                  <a:pt x="4431" y="14116"/>
                  <a:pt x="4188" y="16122"/>
                </a:cubicBezTo>
                <a:cubicBezTo>
                  <a:pt x="6908" y="16652"/>
                  <a:pt x="9240" y="18095"/>
                  <a:pt x="10748" y="20074"/>
                </a:cubicBezTo>
                <a:cubicBezTo>
                  <a:pt x="12275" y="18069"/>
                  <a:pt x="14648" y="16613"/>
                  <a:pt x="17413" y="16101"/>
                </a:cubicBezTo>
                <a:cubicBezTo>
                  <a:pt x="17170" y="14102"/>
                  <a:pt x="16740" y="12232"/>
                  <a:pt x="16068" y="10691"/>
                </a:cubicBezTo>
                <a:close/>
              </a:path>
            </a:pathLst>
          </a:custGeom>
          <a:solidFill>
            <a:schemeClr val="accent4">
              <a:hueOff val="-1081314"/>
              <a:satOff val="4338"/>
              <a:lumOff val="-8931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244" name="Équation"/>
          <p:cNvSpPr txBox="1"/>
          <p:nvPr/>
        </p:nvSpPr>
        <p:spPr>
          <a:xfrm>
            <a:off x="20793718" y="9086012"/>
            <a:ext cx="7732108" cy="124085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limLow>
                    <m:e>
                      <m:r>
                        <a:rPr xmlns:a="http://schemas.openxmlformats.org/drawingml/2006/main"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xmlns:a="http://schemas.openxmlformats.org/drawingml/2006/main"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xmlns:a="http://schemas.openxmlformats.org/drawingml/2006/main"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lim>
                  </m:limLow>
                  <m:r>
                    <a:rPr xmlns:a="http://schemas.openxmlformats.org/drawingml/2006/main" sz="4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</m:e>
                    <m:sub>
                      <m:r>
                        <a:rPr xmlns:a="http://schemas.openxmlformats.org/drawingml/2006/main"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sub>
                  </m:sSub>
                  <m:r>
                    <a:rPr xmlns:a="http://schemas.openxmlformats.org/drawingml/2006/main" sz="4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*</m:t>
                  </m:r>
                  <m:r>
                    <a:rPr xmlns:a="http://schemas.openxmlformats.org/drawingml/2006/main" sz="4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j</m:t>
                  </m:r>
                  <m:r>
                    <a:rPr xmlns:a="http://schemas.openxmlformats.org/drawingml/2006/main" sz="4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o</m:t>
                  </m:r>
                  <m:r>
                    <a:rPr xmlns:a="http://schemas.openxmlformats.org/drawingml/2006/main" sz="4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b</m:t>
                  </m:r>
                  <m:r>
                    <a:rPr xmlns:a="http://schemas.openxmlformats.org/drawingml/2006/main" sz="4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_</m:t>
                  </m:r>
                  <m:r>
                    <a:rPr xmlns:a="http://schemas.openxmlformats.org/drawingml/2006/main" sz="4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4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o</m:t>
                  </m:r>
                  <m:r>
                    <a:rPr xmlns:a="http://schemas.openxmlformats.org/drawingml/2006/main" sz="4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n</m:t>
                  </m:r>
                  <m:sSub>
                    <m:e>
                      <m:r>
                        <a:rPr xmlns:a="http://schemas.openxmlformats.org/drawingml/2006/main"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</m:e>
                    <m:sub>
                      <m:r>
                        <a:rPr xmlns:a="http://schemas.openxmlformats.org/drawingml/2006/main"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sub>
                  </m:sSub>
                  <m:r>
                    <a:rPr xmlns:a="http://schemas.openxmlformats.org/drawingml/2006/main" sz="4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limLow>
                    <m:e>
                      <m:r>
                        <a:rPr xmlns:a="http://schemas.openxmlformats.org/drawingml/2006/main"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xmlns:a="http://schemas.openxmlformats.org/drawingml/2006/main"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e>
                          <m:r>
                            <a:rPr xmlns:a="http://schemas.openxmlformats.org/drawingml/2006/main"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xmlns:a="http://schemas.openxmlformats.org/drawingml/2006/main"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lim>
                  </m:limLow>
                  <m:r>
                    <a:rPr xmlns:a="http://schemas.openxmlformats.org/drawingml/2006/main" sz="4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4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4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k</m:t>
                  </m:r>
                  <m:r>
                    <a:rPr xmlns:a="http://schemas.openxmlformats.org/drawingml/2006/main" sz="4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_</m:t>
                  </m:r>
                  <m:r>
                    <a:rPr xmlns:a="http://schemas.openxmlformats.org/drawingml/2006/main" sz="4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4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o</m:t>
                  </m:r>
                  <m:r>
                    <a:rPr xmlns:a="http://schemas.openxmlformats.org/drawingml/2006/main" sz="4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n</m:t>
                  </m:r>
                  <m:sSub>
                    <m:e>
                      <m:r>
                        <a:rPr xmlns:a="http://schemas.openxmlformats.org/drawingml/2006/main"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</m:e>
                    <m:sub>
                      <m:r>
                        <a:rPr xmlns:a="http://schemas.openxmlformats.org/drawingml/2006/main"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xmlns:a="http://schemas.openxmlformats.org/drawingml/2006/main"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r>
                    <a:rPr xmlns:a="http://schemas.openxmlformats.org/drawingml/2006/main" sz="4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  <a:endParaRPr sz="4100"/>
          </a:p>
        </p:txBody>
      </p:sp>
      <p:sp>
        <p:nvSpPr>
          <p:cNvPr id="245" name="Équation"/>
          <p:cNvSpPr txBox="1"/>
          <p:nvPr/>
        </p:nvSpPr>
        <p:spPr>
          <a:xfrm>
            <a:off x="20348768" y="10723761"/>
            <a:ext cx="3207357" cy="115552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limLow>
                    <m:e>
                      <m:r>
                        <a:rPr xmlns:a="http://schemas.openxmlformats.org/drawingml/2006/main"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xmlns:a="http://schemas.openxmlformats.org/drawingml/2006/main"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xmlns:a="http://schemas.openxmlformats.org/drawingml/2006/main"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</m:lim>
                  </m:limLow>
                  <m:limLow>
                    <m:e>
                      <m:r>
                        <a:rPr xmlns:a="http://schemas.openxmlformats.org/drawingml/2006/main"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xmlns:a="http://schemas.openxmlformats.org/drawingml/2006/main"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xmlns:a="http://schemas.openxmlformats.org/drawingml/2006/main"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lim>
                  </m:limLow>
                  <m:r>
                    <a:rPr xmlns:a="http://schemas.openxmlformats.org/drawingml/2006/main" sz="4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4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k</m:t>
                  </m:r>
                  <m:r>
                    <a:rPr xmlns:a="http://schemas.openxmlformats.org/drawingml/2006/main" sz="4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i</m:t>
                  </m:r>
                  <m:r>
                    <a:rPr xmlns:a="http://schemas.openxmlformats.org/drawingml/2006/main" sz="4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l</m:t>
                  </m:r>
                  <m:r>
                    <a:rPr xmlns:a="http://schemas.openxmlformats.org/drawingml/2006/main" sz="4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l</m:t>
                  </m:r>
                  <m:sSub>
                    <m:e>
                      <m:r>
                        <a:rPr xmlns:a="http://schemas.openxmlformats.org/drawingml/2006/main"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</m:e>
                    <m:sub>
                      <m:r>
                        <a:rPr xmlns:a="http://schemas.openxmlformats.org/drawingml/2006/main"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xmlns:a="http://schemas.openxmlformats.org/drawingml/2006/main"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sub>
                  </m:sSub>
                </m:oMath>
              </m:oMathPara>
            </a14:m>
            <a:endParaRPr sz="4100"/>
          </a:p>
        </p:txBody>
      </p:sp>
      <p:sp>
        <p:nvSpPr>
          <p:cNvPr id="246" name="Équation"/>
          <p:cNvSpPr txBox="1"/>
          <p:nvPr/>
        </p:nvSpPr>
        <p:spPr>
          <a:xfrm>
            <a:off x="23432084" y="12813944"/>
            <a:ext cx="2772686" cy="115552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limLow>
                    <m:e>
                      <m:r>
                        <a:rPr xmlns:a="http://schemas.openxmlformats.org/drawingml/2006/main"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xmlns:a="http://schemas.openxmlformats.org/drawingml/2006/main"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xmlns:a="http://schemas.openxmlformats.org/drawingml/2006/main"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</m:lim>
                  </m:limLow>
                  <m:limLow>
                    <m:e>
                      <m:r>
                        <a:rPr xmlns:a="http://schemas.openxmlformats.org/drawingml/2006/main"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xmlns:a="http://schemas.openxmlformats.org/drawingml/2006/main"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xmlns:a="http://schemas.openxmlformats.org/drawingml/2006/main"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lim>
                  </m:limLow>
                  <m:r>
                    <a:rPr xmlns:a="http://schemas.openxmlformats.org/drawingml/2006/main" sz="4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C</m:t>
                  </m:r>
                  <m:sSub>
                    <m:e>
                      <m:r>
                        <a:rPr xmlns:a="http://schemas.openxmlformats.org/drawingml/2006/main"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</m:t>
                      </m:r>
                    </m:e>
                    <m:sub>
                      <m:r>
                        <a:rPr xmlns:a="http://schemas.openxmlformats.org/drawingml/2006/main"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xmlns:a="http://schemas.openxmlformats.org/drawingml/2006/main"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sub>
                  </m:sSub>
                </m:oMath>
              </m:oMathPara>
            </a14:m>
            <a:endParaRPr sz="4100"/>
          </a:p>
        </p:txBody>
      </p:sp>
      <p:sp>
        <p:nvSpPr>
          <p:cNvPr id="247" name="Rectangle aux angles arrondis"/>
          <p:cNvSpPr/>
          <p:nvPr/>
        </p:nvSpPr>
        <p:spPr>
          <a:xfrm>
            <a:off x="17512862" y="15068256"/>
            <a:ext cx="11085110" cy="8032881"/>
          </a:xfrm>
          <a:prstGeom prst="roundRect">
            <a:avLst>
              <a:gd name="adj" fmla="val 4437"/>
            </a:avLst>
          </a:prstGeom>
          <a:ln w="635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aphicFrame>
        <p:nvGraphicFramePr>
          <p:cNvPr id="248" name="Tableau 1"/>
          <p:cNvGraphicFramePr/>
          <p:nvPr/>
        </p:nvGraphicFramePr>
        <p:xfrm>
          <a:off x="20440846" y="25861785"/>
          <a:ext cx="5054454" cy="694566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840292"/>
                <a:gridCol w="840292"/>
                <a:gridCol w="840292"/>
                <a:gridCol w="840292"/>
                <a:gridCol w="840292"/>
                <a:gridCol w="840292"/>
              </a:tblGrid>
              <a:tr h="681864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b="1" sz="3000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b="1" sz="3000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b="1" sz="3000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b="1" sz="3000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b="1" sz="3000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b="1" sz="3000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  <p:sp>
        <p:nvSpPr>
          <p:cNvPr id="249" name="OSC"/>
          <p:cNvSpPr txBox="1"/>
          <p:nvPr/>
        </p:nvSpPr>
        <p:spPr>
          <a:xfrm>
            <a:off x="18522865" y="25835859"/>
            <a:ext cx="1240198" cy="733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076" tIns="63076" rIns="63076" bIns="63076" anchor="ctr">
            <a:spAutoFit/>
          </a:bodyPr>
          <a:lstStyle>
            <a:lvl1pPr>
              <a:defRPr b="1" sz="4000"/>
            </a:lvl1pPr>
          </a:lstStyle>
          <a:p>
            <a:pPr/>
            <a:r>
              <a:t>OSC</a:t>
            </a:r>
          </a:p>
        </p:txBody>
      </p:sp>
      <p:graphicFrame>
        <p:nvGraphicFramePr>
          <p:cNvPr id="250" name="Tableau 1-1"/>
          <p:cNvGraphicFramePr/>
          <p:nvPr/>
        </p:nvGraphicFramePr>
        <p:xfrm>
          <a:off x="20440846" y="26741872"/>
          <a:ext cx="5054455" cy="69456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840292"/>
                <a:gridCol w="840292"/>
                <a:gridCol w="840292"/>
                <a:gridCol w="840292"/>
                <a:gridCol w="840292"/>
                <a:gridCol w="840292"/>
              </a:tblGrid>
              <a:tr h="681864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b="1" sz="3000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b="1" sz="3000">
                          <a:solidFill>
                            <a:schemeClr val="accent1">
                              <a:lumOff val="-13575"/>
                            </a:schemeClr>
                          </a:solidFill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b="1" sz="3000">
                          <a:solidFill>
                            <a:schemeClr val="accent1">
                              <a:lumOff val="-13575"/>
                            </a:schemeClr>
                          </a:solidFill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b="1" sz="3000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b="1" sz="3000">
                          <a:solidFill>
                            <a:schemeClr val="accent1">
                              <a:lumOff val="-13575"/>
                            </a:schemeClr>
                          </a:solidFill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b="1" sz="3000">
                          <a:solidFill>
                            <a:schemeClr val="accent6">
                              <a:satOff val="-15798"/>
                              <a:lumOff val="-17517"/>
                            </a:schemeClr>
                          </a:solidFill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  <p:sp>
        <p:nvSpPr>
          <p:cNvPr id="251" name="FWAC"/>
          <p:cNvSpPr txBox="1"/>
          <p:nvPr/>
        </p:nvSpPr>
        <p:spPr>
          <a:xfrm>
            <a:off x="18327031" y="26715945"/>
            <a:ext cx="1631866" cy="7337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076" tIns="63076" rIns="63076" bIns="63076" anchor="ctr">
            <a:spAutoFit/>
          </a:bodyPr>
          <a:lstStyle>
            <a:lvl1pPr>
              <a:defRPr b="1" sz="4000"/>
            </a:lvl1pPr>
          </a:lstStyle>
          <a:p>
            <a:pPr/>
            <a:r>
              <a:t>FWAC</a:t>
            </a:r>
          </a:p>
        </p:txBody>
      </p:sp>
      <p:sp>
        <p:nvSpPr>
          <p:cNvPr id="252" name="SWAC"/>
          <p:cNvSpPr txBox="1"/>
          <p:nvPr/>
        </p:nvSpPr>
        <p:spPr>
          <a:xfrm>
            <a:off x="18327031" y="27616909"/>
            <a:ext cx="1660314" cy="7337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076" tIns="63076" rIns="63076" bIns="63076" anchor="ctr">
            <a:spAutoFit/>
          </a:bodyPr>
          <a:lstStyle>
            <a:lvl1pPr>
              <a:defRPr b="1" sz="4000"/>
            </a:lvl1pPr>
          </a:lstStyle>
          <a:p>
            <a:pPr/>
            <a:r>
              <a:t>SWAC</a:t>
            </a:r>
          </a:p>
        </p:txBody>
      </p:sp>
      <p:sp>
        <p:nvSpPr>
          <p:cNvPr id="253" name="BWAC"/>
          <p:cNvSpPr txBox="1"/>
          <p:nvPr/>
        </p:nvSpPr>
        <p:spPr>
          <a:xfrm>
            <a:off x="18327031" y="29134123"/>
            <a:ext cx="1688254" cy="7337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076" tIns="63076" rIns="63076" bIns="63076" anchor="ctr">
            <a:spAutoFit/>
          </a:bodyPr>
          <a:lstStyle>
            <a:lvl1pPr>
              <a:defRPr b="1" sz="4000"/>
            </a:lvl1pPr>
          </a:lstStyle>
          <a:p>
            <a:pPr/>
            <a:r>
              <a:t>BWAC</a:t>
            </a:r>
          </a:p>
        </p:txBody>
      </p:sp>
      <p:graphicFrame>
        <p:nvGraphicFramePr>
          <p:cNvPr id="254" name="Tableau 1-1-1"/>
          <p:cNvGraphicFramePr/>
          <p:nvPr/>
        </p:nvGraphicFramePr>
        <p:xfrm>
          <a:off x="20434496" y="27618927"/>
          <a:ext cx="5054455" cy="69456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840292"/>
                <a:gridCol w="840292"/>
                <a:gridCol w="840292"/>
                <a:gridCol w="840292"/>
                <a:gridCol w="840292"/>
                <a:gridCol w="840292"/>
              </a:tblGrid>
              <a:tr h="681864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b="1" sz="3000">
                          <a:sym typeface="Helvetica Neue"/>
                        </a:rPr>
                        <a:t>-1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b="1" sz="3000">
                          <a:sym typeface="Helvetica Neue"/>
                        </a:rPr>
                        <a:t>-1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b="1" sz="3000">
                          <a:solidFill>
                            <a:schemeClr val="accent6">
                              <a:satOff val="-15798"/>
                              <a:lumOff val="-17517"/>
                            </a:schemeClr>
                          </a:solidFill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b="1" sz="3000">
                          <a:solidFill>
                            <a:schemeClr val="accent1">
                              <a:lumOff val="-13575"/>
                            </a:schemeClr>
                          </a:solidFill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b="1" sz="3000">
                          <a:sym typeface="Helvetica Neue"/>
                        </a:rPr>
                        <a:t>-1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b="1" sz="3000">
                          <a:solidFill>
                            <a:schemeClr val="accent1">
                              <a:lumOff val="-13575"/>
                            </a:schemeClr>
                          </a:solidFill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  <p:graphicFrame>
        <p:nvGraphicFramePr>
          <p:cNvPr id="255" name="Tableau 1-1-1-1"/>
          <p:cNvGraphicFramePr/>
          <p:nvPr/>
        </p:nvGraphicFramePr>
        <p:xfrm>
          <a:off x="20436902" y="29193362"/>
          <a:ext cx="5054455" cy="69456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2520876"/>
                <a:gridCol w="2520876"/>
              </a:tblGrid>
              <a:tr h="681864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b="1" sz="3000">
                          <a:solidFill>
                            <a:schemeClr val="accent1">
                              <a:lumOff val="-13575"/>
                            </a:schemeClr>
                          </a:solidFill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B8B8B8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b="1" sz="3000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B8B8B8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  <p:sp>
        <p:nvSpPr>
          <p:cNvPr id="256" name="C"/>
          <p:cNvSpPr txBox="1"/>
          <p:nvPr/>
        </p:nvSpPr>
        <p:spPr>
          <a:xfrm>
            <a:off x="22260794" y="28206700"/>
            <a:ext cx="468229" cy="65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076" tIns="63076" rIns="63076" bIns="63076" anchor="ctr">
            <a:spAutoFit/>
          </a:bodyPr>
          <a:lstStyle>
            <a:lvl1pPr>
              <a:defRPr b="1" sz="3500">
                <a:solidFill>
                  <a:schemeClr val="accent1">
                    <a:lumOff val="-13575"/>
                  </a:schemeClr>
                </a:solidFill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257" name="T"/>
          <p:cNvSpPr txBox="1"/>
          <p:nvPr/>
        </p:nvSpPr>
        <p:spPr>
          <a:xfrm>
            <a:off x="23214051" y="28206700"/>
            <a:ext cx="410444" cy="65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076" tIns="63076" rIns="63076" bIns="63076" anchor="ctr">
            <a:spAutoFit/>
          </a:bodyPr>
          <a:lstStyle>
            <a:lvl1pPr>
              <a:defRPr b="1" sz="3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</a:defRPr>
            </a:lvl1pPr>
          </a:lstStyle>
          <a:p>
            <a:pPr/>
            <a:r>
              <a:t>T</a:t>
            </a:r>
          </a:p>
        </p:txBody>
      </p:sp>
      <p:sp>
        <p:nvSpPr>
          <p:cNvPr id="258" name="A"/>
          <p:cNvSpPr txBox="1"/>
          <p:nvPr/>
        </p:nvSpPr>
        <p:spPr>
          <a:xfrm>
            <a:off x="20603224" y="28206700"/>
            <a:ext cx="443337" cy="65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076" tIns="63076" rIns="63076" bIns="63076" anchor="ctr">
            <a:spAutoFit/>
          </a:bodyPr>
          <a:lstStyle>
            <a:lvl1pPr>
              <a:defRPr b="1" sz="350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259" name="T"/>
          <p:cNvSpPr txBox="1"/>
          <p:nvPr/>
        </p:nvSpPr>
        <p:spPr>
          <a:xfrm>
            <a:off x="24826698" y="28206700"/>
            <a:ext cx="410443" cy="65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076" tIns="63076" rIns="63076" bIns="63076" anchor="ctr">
            <a:spAutoFit/>
          </a:bodyPr>
          <a:lstStyle>
            <a:lvl1pPr>
              <a:defRPr b="1" sz="3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</a:defRPr>
            </a:lvl1pPr>
          </a:lstStyle>
          <a:p>
            <a:pPr/>
            <a:r>
              <a:t>T</a:t>
            </a:r>
          </a:p>
        </p:txBody>
      </p:sp>
      <p:sp>
        <p:nvSpPr>
          <p:cNvPr id="260" name="A"/>
          <p:cNvSpPr txBox="1"/>
          <p:nvPr/>
        </p:nvSpPr>
        <p:spPr>
          <a:xfrm>
            <a:off x="21432009" y="28206700"/>
            <a:ext cx="443337" cy="65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076" tIns="63076" rIns="63076" bIns="63076" anchor="ctr">
            <a:spAutoFit/>
          </a:bodyPr>
          <a:lstStyle>
            <a:lvl1pPr>
              <a:defRPr b="1" sz="350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261" name="A"/>
          <p:cNvSpPr txBox="1"/>
          <p:nvPr/>
        </p:nvSpPr>
        <p:spPr>
          <a:xfrm>
            <a:off x="23943256" y="28206700"/>
            <a:ext cx="443337" cy="65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076" tIns="63076" rIns="63076" bIns="63076" anchor="ctr">
            <a:spAutoFit/>
          </a:bodyPr>
          <a:lstStyle>
            <a:lvl1pPr>
              <a:defRPr b="1" sz="350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262" name="Rectangle"/>
          <p:cNvSpPr/>
          <p:nvPr/>
        </p:nvSpPr>
        <p:spPr>
          <a:xfrm>
            <a:off x="20420041" y="25845073"/>
            <a:ext cx="841199" cy="3196841"/>
          </a:xfrm>
          <a:prstGeom prst="roundRect">
            <a:avLst>
              <a:gd name="adj" fmla="val 0"/>
            </a:avLst>
          </a:prstGeom>
          <a:solidFill>
            <a:schemeClr val="accent3">
              <a:hueOff val="362282"/>
              <a:satOff val="31803"/>
              <a:lumOff val="-18242"/>
              <a:alpha val="2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263" name="Rectangle"/>
          <p:cNvSpPr/>
          <p:nvPr/>
        </p:nvSpPr>
        <p:spPr>
          <a:xfrm>
            <a:off x="21263073" y="25840466"/>
            <a:ext cx="841199" cy="3206055"/>
          </a:xfrm>
          <a:prstGeom prst="roundRect">
            <a:avLst>
              <a:gd name="adj" fmla="val 0"/>
            </a:avLst>
          </a:prstGeom>
          <a:solidFill>
            <a:schemeClr val="accent3">
              <a:hueOff val="362282"/>
              <a:satOff val="31803"/>
              <a:lumOff val="-18242"/>
              <a:alpha val="2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264" name="Rectangle"/>
          <p:cNvSpPr/>
          <p:nvPr/>
        </p:nvSpPr>
        <p:spPr>
          <a:xfrm>
            <a:off x="22111502" y="25847376"/>
            <a:ext cx="841199" cy="3192234"/>
          </a:xfrm>
          <a:prstGeom prst="roundRect">
            <a:avLst>
              <a:gd name="adj" fmla="val 0"/>
            </a:avLst>
          </a:prstGeom>
          <a:solidFill>
            <a:schemeClr val="accent1">
              <a:alpha val="2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265" name="Rectangle"/>
          <p:cNvSpPr/>
          <p:nvPr/>
        </p:nvSpPr>
        <p:spPr>
          <a:xfrm>
            <a:off x="22954534" y="25842769"/>
            <a:ext cx="841200" cy="3201449"/>
          </a:xfrm>
          <a:prstGeom prst="roundRect">
            <a:avLst>
              <a:gd name="adj" fmla="val 0"/>
            </a:avLst>
          </a:prstGeom>
          <a:solidFill>
            <a:schemeClr val="accent4">
              <a:hueOff val="-1081314"/>
              <a:satOff val="4338"/>
              <a:lumOff val="-8931"/>
              <a:alpha val="2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266" name="Rectangle"/>
          <p:cNvSpPr/>
          <p:nvPr/>
        </p:nvSpPr>
        <p:spPr>
          <a:xfrm>
            <a:off x="23802964" y="25842770"/>
            <a:ext cx="841199" cy="3201447"/>
          </a:xfrm>
          <a:prstGeom prst="roundRect">
            <a:avLst>
              <a:gd name="adj" fmla="val 0"/>
            </a:avLst>
          </a:prstGeom>
          <a:solidFill>
            <a:schemeClr val="accent1">
              <a:alpha val="2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267" name="Rectangle"/>
          <p:cNvSpPr/>
          <p:nvPr/>
        </p:nvSpPr>
        <p:spPr>
          <a:xfrm>
            <a:off x="24647830" y="25835859"/>
            <a:ext cx="841199" cy="3210662"/>
          </a:xfrm>
          <a:prstGeom prst="roundRect">
            <a:avLst>
              <a:gd name="adj" fmla="val 0"/>
            </a:avLst>
          </a:prstGeom>
          <a:solidFill>
            <a:schemeClr val="accent4">
              <a:hueOff val="-1081314"/>
              <a:satOff val="4338"/>
              <a:lumOff val="-8931"/>
              <a:alpha val="2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268" name="Ligne"/>
          <p:cNvSpPr/>
          <p:nvPr/>
        </p:nvSpPr>
        <p:spPr>
          <a:xfrm>
            <a:off x="22692876" y="18160235"/>
            <a:ext cx="791695" cy="1"/>
          </a:xfrm>
          <a:prstGeom prst="line">
            <a:avLst/>
          </a:prstGeom>
          <a:ln w="114300">
            <a:solidFill>
              <a:srgbClr val="000000"/>
            </a:solidFill>
            <a:miter lim="400000"/>
            <a:tailEnd type="triangle"/>
          </a:ln>
        </p:spPr>
        <p:txBody>
          <a:bodyPr lIns="63076" tIns="63076" rIns="63076" bIns="63076" anchor="ctr"/>
          <a:lstStyle/>
          <a:p>
            <a:pPr/>
          </a:p>
        </p:txBody>
      </p:sp>
      <p:sp>
        <p:nvSpPr>
          <p:cNvPr id="269" name="Voisinage…"/>
          <p:cNvSpPr txBox="1"/>
          <p:nvPr/>
        </p:nvSpPr>
        <p:spPr>
          <a:xfrm>
            <a:off x="17533310" y="30515207"/>
            <a:ext cx="11771926" cy="476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076" tIns="63076" rIns="63076" bIns="63076" anchor="ctr">
            <a:spAutoFit/>
          </a:bodyPr>
          <a:lstStyle/>
          <a:p>
            <a:pPr>
              <a:defRPr b="1" sz="5000"/>
            </a:pPr>
            <a:r>
              <a:t>Voisinage</a:t>
            </a:r>
          </a:p>
          <a:p>
            <a:pPr marL="476250" indent="-476250">
              <a:spcBef>
                <a:spcPts val="0"/>
              </a:spcBef>
              <a:buSzPct val="125000"/>
              <a:buChar char="•"/>
              <a:defRPr b="1" sz="3600"/>
            </a:pPr>
            <a:r>
              <a:t>Swap_op : </a:t>
            </a:r>
            <a:r>
              <a:rPr b="0"/>
              <a:t>permute 2 opérations random</a:t>
            </a:r>
            <a:endParaRPr b="0"/>
          </a:p>
          <a:p>
            <a:pPr marL="476250" indent="-476250">
              <a:spcBef>
                <a:spcPts val="0"/>
              </a:spcBef>
              <a:buSzPct val="125000"/>
              <a:buChar char="•"/>
              <a:defRPr b="1" sz="3600"/>
            </a:pPr>
            <a:r>
              <a:t>Move_osc : </a:t>
            </a:r>
            <a:r>
              <a:rPr b="0"/>
              <a:t>choisit une opération random et la déplace à toutes les positions possibles</a:t>
            </a:r>
            <a:endParaRPr b="0"/>
          </a:p>
          <a:p>
            <a:pPr marL="476250" indent="-476250">
              <a:spcBef>
                <a:spcPts val="0"/>
              </a:spcBef>
              <a:buSzPct val="125000"/>
              <a:buChar char="•"/>
              <a:defRPr b="1" sz="3600"/>
            </a:pPr>
            <a:r>
              <a:t>Move_swac : </a:t>
            </a:r>
            <a:r>
              <a:rPr b="0"/>
              <a:t>change le deuxième worker d’une opération random</a:t>
            </a:r>
            <a:endParaRPr b="0"/>
          </a:p>
          <a:p>
            <a:pPr marL="476250" indent="-476250">
              <a:spcBef>
                <a:spcPts val="0"/>
              </a:spcBef>
              <a:buSzPct val="125000"/>
              <a:buChar char="•"/>
              <a:defRPr b="1" sz="3600"/>
            </a:pPr>
            <a:r>
              <a:t>Base_worker : </a:t>
            </a:r>
            <a:r>
              <a:rPr b="0"/>
              <a:t>change le worker de base d’un job random</a:t>
            </a:r>
          </a:p>
        </p:txBody>
      </p:sp>
      <p:sp>
        <p:nvSpPr>
          <p:cNvPr id="270" name="Rectangle aux angles arrondis"/>
          <p:cNvSpPr/>
          <p:nvPr/>
        </p:nvSpPr>
        <p:spPr>
          <a:xfrm>
            <a:off x="17325474" y="23862640"/>
            <a:ext cx="11272498" cy="11650275"/>
          </a:xfrm>
          <a:prstGeom prst="roundRect">
            <a:avLst>
              <a:gd name="adj" fmla="val 3162"/>
            </a:avLst>
          </a:prstGeom>
          <a:ln w="635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9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aphicFrame>
        <p:nvGraphicFramePr>
          <p:cNvPr id="271" name="Tableau 1-2"/>
          <p:cNvGraphicFramePr/>
          <p:nvPr/>
        </p:nvGraphicFramePr>
        <p:xfrm>
          <a:off x="20428146" y="25253907"/>
          <a:ext cx="5041755" cy="518529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840292"/>
                <a:gridCol w="840292"/>
                <a:gridCol w="840292"/>
                <a:gridCol w="840292"/>
                <a:gridCol w="840292"/>
                <a:gridCol w="840292"/>
              </a:tblGrid>
              <a:tr h="518528">
                <a:tc>
                  <a:txBody>
                    <a:bodyPr/>
                    <a:lstStyle/>
                    <a:p>
                      <a:pPr defTabSz="914400">
                        <a:defRPr b="1" sz="3300">
                          <a:sym typeface="Helvetica Neue"/>
                        </a:defRPr>
                      </a:pPr>
                      <a:r>
                        <a:t>O</a:t>
                      </a:r>
                      <a:r>
                        <a:rPr baseline="-5999"/>
                        <a:t>21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b="1" sz="3300">
                          <a:sym typeface="Helvetica Neue"/>
                        </a:defRPr>
                      </a:pPr>
                      <a:r>
                        <a:t>O</a:t>
                      </a:r>
                      <a:r>
                        <a:rPr baseline="-5999"/>
                        <a:t>11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b="1" sz="3300">
                          <a:sym typeface="Helvetica Neue"/>
                        </a:defRPr>
                      </a:pPr>
                      <a:r>
                        <a:t>O</a:t>
                      </a:r>
                      <a:r>
                        <a:rPr baseline="-5999"/>
                        <a:t>12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b="1" sz="3300">
                          <a:sym typeface="Helvetica Neue"/>
                        </a:defRPr>
                      </a:pPr>
                      <a:r>
                        <a:t>O</a:t>
                      </a:r>
                      <a:r>
                        <a:rPr baseline="-5999"/>
                        <a:t>22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b="1" sz="3300">
                          <a:sym typeface="Helvetica Neue"/>
                        </a:defRPr>
                      </a:pPr>
                      <a:r>
                        <a:t>O</a:t>
                      </a:r>
                      <a:r>
                        <a:rPr baseline="-5999"/>
                        <a:t>13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b="1" sz="3300">
                          <a:sym typeface="Helvetica Neue"/>
                        </a:defRPr>
                      </a:pPr>
                      <a:r>
                        <a:t>O</a:t>
                      </a:r>
                      <a:r>
                        <a:rPr baseline="-5999"/>
                        <a:t>14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</a:tbl>
          </a:graphicData>
        </a:graphic>
      </p:graphicFrame>
      <p:sp>
        <p:nvSpPr>
          <p:cNvPr id="272" name="Ligne"/>
          <p:cNvSpPr/>
          <p:nvPr/>
        </p:nvSpPr>
        <p:spPr>
          <a:xfrm>
            <a:off x="25703707" y="26192306"/>
            <a:ext cx="728631" cy="1"/>
          </a:xfrm>
          <a:prstGeom prst="line">
            <a:avLst/>
          </a:prstGeom>
          <a:ln w="101600">
            <a:solidFill>
              <a:srgbClr val="000000"/>
            </a:solidFill>
            <a:miter lim="400000"/>
            <a:headEnd type="triangle"/>
          </a:ln>
        </p:spPr>
        <p:txBody>
          <a:bodyPr lIns="63076" tIns="63076" rIns="63076" bIns="63076" anchor="ctr"/>
          <a:lstStyle/>
          <a:p>
            <a:pPr/>
          </a:p>
        </p:txBody>
      </p:sp>
      <p:sp>
        <p:nvSpPr>
          <p:cNvPr id="273" name="job indices"/>
          <p:cNvSpPr txBox="1"/>
          <p:nvPr/>
        </p:nvSpPr>
        <p:spPr>
          <a:xfrm>
            <a:off x="26540044" y="25990740"/>
            <a:ext cx="1389512" cy="4239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076" tIns="63076" rIns="63076" bIns="63076" anchor="ctr">
            <a:spAutoFit/>
          </a:bodyPr>
          <a:lstStyle>
            <a:lvl1pPr>
              <a:defRPr b="1" sz="1900"/>
            </a:lvl1pPr>
          </a:lstStyle>
          <a:p>
            <a:pPr/>
            <a:r>
              <a:t>job indices</a:t>
            </a:r>
          </a:p>
        </p:txBody>
      </p:sp>
      <p:sp>
        <p:nvSpPr>
          <p:cNvPr id="274" name="Ligne"/>
          <p:cNvSpPr/>
          <p:nvPr/>
        </p:nvSpPr>
        <p:spPr>
          <a:xfrm>
            <a:off x="25695256" y="27072392"/>
            <a:ext cx="728632" cy="1"/>
          </a:xfrm>
          <a:prstGeom prst="line">
            <a:avLst/>
          </a:prstGeom>
          <a:ln w="101600">
            <a:solidFill>
              <a:srgbClr val="000000"/>
            </a:solidFill>
            <a:miter lim="400000"/>
            <a:headEnd type="triangle"/>
          </a:ln>
        </p:spPr>
        <p:txBody>
          <a:bodyPr lIns="63076" tIns="63076" rIns="63076" bIns="63076" anchor="ctr"/>
          <a:lstStyle/>
          <a:p>
            <a:pPr/>
          </a:p>
        </p:txBody>
      </p:sp>
      <p:sp>
        <p:nvSpPr>
          <p:cNvPr id="275" name="First worker indices"/>
          <p:cNvSpPr txBox="1"/>
          <p:nvPr/>
        </p:nvSpPr>
        <p:spPr>
          <a:xfrm>
            <a:off x="26531594" y="26718427"/>
            <a:ext cx="1906516" cy="728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076" tIns="63076" rIns="63076" bIns="63076" anchor="ctr">
            <a:spAutoFit/>
          </a:bodyPr>
          <a:lstStyle>
            <a:lvl1pPr algn="ctr">
              <a:defRPr b="1" sz="1900"/>
            </a:lvl1pPr>
          </a:lstStyle>
          <a:p>
            <a:pPr/>
            <a:r>
              <a:t>First worker indices</a:t>
            </a:r>
          </a:p>
        </p:txBody>
      </p:sp>
      <p:sp>
        <p:nvSpPr>
          <p:cNvPr id="276" name="Second worker indices"/>
          <p:cNvSpPr txBox="1"/>
          <p:nvPr/>
        </p:nvSpPr>
        <p:spPr>
          <a:xfrm>
            <a:off x="26512364" y="27579795"/>
            <a:ext cx="1906516" cy="728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076" tIns="63076" rIns="63076" bIns="63076" anchor="ctr">
            <a:spAutoFit/>
          </a:bodyPr>
          <a:lstStyle>
            <a:lvl1pPr algn="ctr">
              <a:defRPr b="1" sz="1900"/>
            </a:lvl1pPr>
          </a:lstStyle>
          <a:p>
            <a:pPr/>
            <a:r>
              <a:t>Second worker indices</a:t>
            </a:r>
          </a:p>
        </p:txBody>
      </p:sp>
      <p:sp>
        <p:nvSpPr>
          <p:cNvPr id="277" name="Ligne"/>
          <p:cNvSpPr/>
          <p:nvPr/>
        </p:nvSpPr>
        <p:spPr>
          <a:xfrm>
            <a:off x="25723017" y="27955664"/>
            <a:ext cx="728631" cy="1"/>
          </a:xfrm>
          <a:prstGeom prst="line">
            <a:avLst/>
          </a:prstGeom>
          <a:ln w="101600">
            <a:solidFill>
              <a:srgbClr val="000000"/>
            </a:solidFill>
            <a:miter lim="400000"/>
            <a:headEnd type="triangle"/>
          </a:ln>
        </p:spPr>
        <p:txBody>
          <a:bodyPr lIns="63076" tIns="63076" rIns="63076" bIns="63076" anchor="ctr"/>
          <a:lstStyle/>
          <a:p>
            <a:pPr/>
          </a:p>
        </p:txBody>
      </p:sp>
      <p:sp>
        <p:nvSpPr>
          <p:cNvPr id="278" name="Execution Mode"/>
          <p:cNvSpPr txBox="1"/>
          <p:nvPr/>
        </p:nvSpPr>
        <p:spPr>
          <a:xfrm>
            <a:off x="26512364" y="28317208"/>
            <a:ext cx="1906516" cy="728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076" tIns="63076" rIns="63076" bIns="63076" anchor="ctr">
            <a:spAutoFit/>
          </a:bodyPr>
          <a:lstStyle>
            <a:lvl1pPr algn="ctr">
              <a:defRPr b="1" sz="1900"/>
            </a:lvl1pPr>
          </a:lstStyle>
          <a:p>
            <a:pPr/>
            <a:r>
              <a:t>Execution Mode</a:t>
            </a:r>
          </a:p>
        </p:txBody>
      </p:sp>
      <p:sp>
        <p:nvSpPr>
          <p:cNvPr id="279" name="Ligne"/>
          <p:cNvSpPr/>
          <p:nvPr/>
        </p:nvSpPr>
        <p:spPr>
          <a:xfrm>
            <a:off x="25633166" y="29535488"/>
            <a:ext cx="728632" cy="1"/>
          </a:xfrm>
          <a:prstGeom prst="line">
            <a:avLst/>
          </a:prstGeom>
          <a:ln w="101600">
            <a:solidFill>
              <a:srgbClr val="000000"/>
            </a:solidFill>
            <a:miter lim="400000"/>
            <a:headEnd type="triangle"/>
          </a:ln>
        </p:spPr>
        <p:txBody>
          <a:bodyPr lIns="63076" tIns="63076" rIns="63076" bIns="63076" anchor="ctr"/>
          <a:lstStyle/>
          <a:p>
            <a:pPr/>
          </a:p>
        </p:txBody>
      </p:sp>
      <p:sp>
        <p:nvSpPr>
          <p:cNvPr id="280" name="Base worker indices"/>
          <p:cNvSpPr txBox="1"/>
          <p:nvPr/>
        </p:nvSpPr>
        <p:spPr>
          <a:xfrm>
            <a:off x="26512362" y="29184756"/>
            <a:ext cx="1906516" cy="728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076" tIns="63076" rIns="63076" bIns="63076" anchor="ctr">
            <a:spAutoFit/>
          </a:bodyPr>
          <a:lstStyle>
            <a:lvl1pPr algn="ctr">
              <a:defRPr b="1" sz="1900"/>
            </a:lvl1pPr>
          </a:lstStyle>
          <a:p>
            <a:pPr/>
            <a:r>
              <a:t>Base worker indices</a:t>
            </a:r>
          </a:p>
        </p:txBody>
      </p:sp>
      <p:sp>
        <p:nvSpPr>
          <p:cNvPr id="281" name="J1"/>
          <p:cNvSpPr txBox="1"/>
          <p:nvPr/>
        </p:nvSpPr>
        <p:spPr>
          <a:xfrm>
            <a:off x="21355579" y="28806590"/>
            <a:ext cx="2353045" cy="2574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076" tIns="63076" rIns="63076" bIns="63076" anchor="ctr"/>
          <a:lstStyle/>
          <a:p>
            <a:pPr>
              <a:defRPr b="1" sz="2400"/>
            </a:pPr>
            <a:r>
              <a:t>J</a:t>
            </a:r>
            <a:r>
              <a:rPr baseline="-5999"/>
              <a:t>1</a:t>
            </a:r>
          </a:p>
        </p:txBody>
      </p:sp>
      <p:sp>
        <p:nvSpPr>
          <p:cNvPr id="282" name="J2"/>
          <p:cNvSpPr txBox="1"/>
          <p:nvPr/>
        </p:nvSpPr>
        <p:spPr>
          <a:xfrm>
            <a:off x="23933972" y="28806590"/>
            <a:ext cx="2353045" cy="2574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076" tIns="63076" rIns="63076" bIns="63076" anchor="ctr"/>
          <a:lstStyle/>
          <a:p>
            <a:pPr>
              <a:defRPr b="1" sz="2400"/>
            </a:pPr>
            <a:r>
              <a:t>J</a:t>
            </a:r>
            <a:r>
              <a:rPr baseline="-5999"/>
              <a:t>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257586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98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63076" tIns="63076" rIns="63076" bIns="63076" numCol="1" spcCol="38100" rtlCol="0" anchor="ctr" upright="0">
        <a:spAutoFit/>
      </a:bodyPr>
      <a:lstStyle>
        <a:defPPr marL="0" marR="0" indent="0" algn="l" defTabSz="2575865" rtl="0" fontAlgn="auto" latinLnBrk="0" hangingPunct="0">
          <a:lnSpc>
            <a:spcPct val="100000"/>
          </a:lnSpc>
          <a:spcBef>
            <a:spcPts val="18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257586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98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63076" tIns="63076" rIns="63076" bIns="63076" numCol="1" spcCol="38100" rtlCol="0" anchor="ctr" upright="0">
        <a:spAutoFit/>
      </a:bodyPr>
      <a:lstStyle>
        <a:defPPr marL="0" marR="0" indent="0" algn="l" defTabSz="2575865" rtl="0" fontAlgn="auto" latinLnBrk="0" hangingPunct="0">
          <a:lnSpc>
            <a:spcPct val="100000"/>
          </a:lnSpc>
          <a:spcBef>
            <a:spcPts val="18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